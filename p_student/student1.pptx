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Barlow" panose="020F0502020204030204" pitchFamily="2" charset="0"/>
      <p:regular r:id="rId9"/>
    </p:embeddedFont>
    <p:embeddedFont>
      <p:font typeface="Barlow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58125" y="9238008"/>
            <a:ext cx="382242" cy="382242"/>
          </a:xfrm>
          <a:custGeom>
            <a:avLst/>
            <a:gdLst/>
            <a:ahLst/>
            <a:cxnLst/>
            <a:rect l="l" t="t" r="r" b="b"/>
            <a:pathLst>
              <a:path w="382242" h="382242">
                <a:moveTo>
                  <a:pt x="0" y="0"/>
                </a:moveTo>
                <a:lnTo>
                  <a:pt x="382242" y="0"/>
                </a:lnTo>
                <a:lnTo>
                  <a:pt x="382242" y="382242"/>
                </a:lnTo>
                <a:lnTo>
                  <a:pt x="0" y="382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991600" y="0"/>
            <a:ext cx="9296400" cy="10287000"/>
            <a:chOff x="0" y="0"/>
            <a:chExt cx="2448435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8435" cy="2709333"/>
            </a:xfrm>
            <a:custGeom>
              <a:avLst/>
              <a:gdLst/>
              <a:ahLst/>
              <a:cxnLst/>
              <a:rect l="l" t="t" r="r" b="b"/>
              <a:pathLst>
                <a:path w="2448435" h="2709333">
                  <a:moveTo>
                    <a:pt x="0" y="0"/>
                  </a:moveTo>
                  <a:lnTo>
                    <a:pt x="2448435" y="0"/>
                  </a:lnTo>
                  <a:lnTo>
                    <a:pt x="24484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A4A4A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4843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687423" y="666750"/>
            <a:ext cx="7933827" cy="8984524"/>
            <a:chOff x="0" y="0"/>
            <a:chExt cx="977808" cy="11073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7808" cy="1107302"/>
            </a:xfrm>
            <a:custGeom>
              <a:avLst/>
              <a:gdLst/>
              <a:ahLst/>
              <a:cxnLst/>
              <a:rect l="l" t="t" r="r" b="b"/>
              <a:pathLst>
                <a:path w="977808" h="1107302">
                  <a:moveTo>
                    <a:pt x="36105" y="0"/>
                  </a:moveTo>
                  <a:lnTo>
                    <a:pt x="941703" y="0"/>
                  </a:lnTo>
                  <a:cubicBezTo>
                    <a:pt x="951279" y="0"/>
                    <a:pt x="960462" y="3804"/>
                    <a:pt x="967233" y="10575"/>
                  </a:cubicBezTo>
                  <a:cubicBezTo>
                    <a:pt x="974004" y="17346"/>
                    <a:pt x="977808" y="26529"/>
                    <a:pt x="977808" y="36105"/>
                  </a:cubicBezTo>
                  <a:lnTo>
                    <a:pt x="977808" y="1071197"/>
                  </a:lnTo>
                  <a:cubicBezTo>
                    <a:pt x="977808" y="1091137"/>
                    <a:pt x="961643" y="1107302"/>
                    <a:pt x="941703" y="1107302"/>
                  </a:cubicBezTo>
                  <a:lnTo>
                    <a:pt x="36105" y="1107302"/>
                  </a:lnTo>
                  <a:cubicBezTo>
                    <a:pt x="26529" y="1107302"/>
                    <a:pt x="17346" y="1103498"/>
                    <a:pt x="10575" y="1096727"/>
                  </a:cubicBezTo>
                  <a:cubicBezTo>
                    <a:pt x="3804" y="1089956"/>
                    <a:pt x="0" y="1080772"/>
                    <a:pt x="0" y="1071197"/>
                  </a:cubicBezTo>
                  <a:lnTo>
                    <a:pt x="0" y="36105"/>
                  </a:lnTo>
                  <a:cubicBezTo>
                    <a:pt x="0" y="16165"/>
                    <a:pt x="16165" y="0"/>
                    <a:pt x="36105" y="0"/>
                  </a:cubicBezTo>
                  <a:close/>
                </a:path>
              </a:pathLst>
            </a:custGeom>
            <a:blipFill>
              <a:blip r:embed="rId4"/>
              <a:stretch>
                <a:fillRect t="-173" b="-17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66750" y="666750"/>
            <a:ext cx="6886575" cy="6414836"/>
            <a:chOff x="0" y="0"/>
            <a:chExt cx="9182100" cy="8553115"/>
          </a:xfrm>
        </p:grpSpPr>
        <p:sp>
          <p:nvSpPr>
            <p:cNvPr id="9" name="TextBox 9"/>
            <p:cNvSpPr txBox="1"/>
            <p:nvPr/>
          </p:nvSpPr>
          <p:spPr>
            <a:xfrm>
              <a:off x="0" y="1359513"/>
              <a:ext cx="9182100" cy="55223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</a:pPr>
              <a:r>
                <a:rPr lang="en-US" sz="8000" spc="-200">
                  <a:solidFill>
                    <a:srgbClr val="2C3E50"/>
                  </a:solidFill>
                  <a:latin typeface="Barlow"/>
                  <a:ea typeface="Barlow"/>
                  <a:cs typeface="Barlow"/>
                  <a:sym typeface="Barlow"/>
                </a:rPr>
                <a:t>Clean and Effective Student Assignments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1821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 spc="-60">
                  <a:solidFill>
                    <a:srgbClr val="4A4A4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PowerPoint Templates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105738"/>
              <a:ext cx="9182100" cy="14473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</a:pPr>
              <a:r>
                <a:rPr lang="en-US" sz="3200" spc="-80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Designed for educational use by students and educators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2852" y="399011"/>
            <a:ext cx="7837607" cy="9488978"/>
            <a:chOff x="0" y="0"/>
            <a:chExt cx="2064226" cy="24991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4226" cy="2499155"/>
            </a:xfrm>
            <a:custGeom>
              <a:avLst/>
              <a:gdLst/>
              <a:ahLst/>
              <a:cxnLst/>
              <a:rect l="l" t="t" r="r" b="b"/>
              <a:pathLst>
                <a:path w="2064226" h="2499155">
                  <a:moveTo>
                    <a:pt x="36548" y="0"/>
                  </a:moveTo>
                  <a:lnTo>
                    <a:pt x="2027677" y="0"/>
                  </a:lnTo>
                  <a:cubicBezTo>
                    <a:pt x="2037371" y="0"/>
                    <a:pt x="2046667" y="3851"/>
                    <a:pt x="2053521" y="10705"/>
                  </a:cubicBezTo>
                  <a:cubicBezTo>
                    <a:pt x="2060375" y="17559"/>
                    <a:pt x="2064226" y="26855"/>
                    <a:pt x="2064226" y="36548"/>
                  </a:cubicBezTo>
                  <a:lnTo>
                    <a:pt x="2064226" y="2462606"/>
                  </a:lnTo>
                  <a:cubicBezTo>
                    <a:pt x="2064226" y="2472300"/>
                    <a:pt x="2060375" y="2481596"/>
                    <a:pt x="2053521" y="2488450"/>
                  </a:cubicBezTo>
                  <a:cubicBezTo>
                    <a:pt x="2046667" y="2495304"/>
                    <a:pt x="2037371" y="2499155"/>
                    <a:pt x="2027677" y="2499155"/>
                  </a:cubicBezTo>
                  <a:lnTo>
                    <a:pt x="36548" y="2499155"/>
                  </a:lnTo>
                  <a:cubicBezTo>
                    <a:pt x="26855" y="2499155"/>
                    <a:pt x="17559" y="2495304"/>
                    <a:pt x="10705" y="2488450"/>
                  </a:cubicBezTo>
                  <a:cubicBezTo>
                    <a:pt x="3851" y="2481596"/>
                    <a:pt x="0" y="2472300"/>
                    <a:pt x="0" y="2462606"/>
                  </a:cubicBezTo>
                  <a:lnTo>
                    <a:pt x="0" y="36548"/>
                  </a:lnTo>
                  <a:cubicBezTo>
                    <a:pt x="0" y="26855"/>
                    <a:pt x="3851" y="17559"/>
                    <a:pt x="10705" y="10705"/>
                  </a:cubicBezTo>
                  <a:cubicBezTo>
                    <a:pt x="17559" y="3851"/>
                    <a:pt x="26855" y="0"/>
                    <a:pt x="3654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253439"/>
              </a:solidFill>
              <a:prstDash val="sysDot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64226" cy="2537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4277" y="666750"/>
            <a:ext cx="7516771" cy="8953500"/>
            <a:chOff x="0" y="0"/>
            <a:chExt cx="817139" cy="9733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7139" cy="973324"/>
            </a:xfrm>
            <a:custGeom>
              <a:avLst/>
              <a:gdLst/>
              <a:ahLst/>
              <a:cxnLst/>
              <a:rect l="l" t="t" r="r" b="b"/>
              <a:pathLst>
                <a:path w="817139" h="973324">
                  <a:moveTo>
                    <a:pt x="25749" y="0"/>
                  </a:moveTo>
                  <a:lnTo>
                    <a:pt x="791390" y="0"/>
                  </a:lnTo>
                  <a:cubicBezTo>
                    <a:pt x="798219" y="0"/>
                    <a:pt x="804768" y="2713"/>
                    <a:pt x="809597" y="7542"/>
                  </a:cubicBezTo>
                  <a:cubicBezTo>
                    <a:pt x="814426" y="12370"/>
                    <a:pt x="817139" y="18920"/>
                    <a:pt x="817139" y="25749"/>
                  </a:cubicBezTo>
                  <a:lnTo>
                    <a:pt x="817139" y="947575"/>
                  </a:lnTo>
                  <a:cubicBezTo>
                    <a:pt x="817139" y="954404"/>
                    <a:pt x="814426" y="960953"/>
                    <a:pt x="809597" y="965782"/>
                  </a:cubicBezTo>
                  <a:cubicBezTo>
                    <a:pt x="804768" y="970611"/>
                    <a:pt x="798219" y="973324"/>
                    <a:pt x="791390" y="973324"/>
                  </a:cubicBezTo>
                  <a:lnTo>
                    <a:pt x="25749" y="973324"/>
                  </a:lnTo>
                  <a:cubicBezTo>
                    <a:pt x="18920" y="973324"/>
                    <a:pt x="12370" y="970611"/>
                    <a:pt x="7542" y="965782"/>
                  </a:cubicBezTo>
                  <a:cubicBezTo>
                    <a:pt x="2713" y="960953"/>
                    <a:pt x="0" y="954404"/>
                    <a:pt x="0" y="947575"/>
                  </a:cubicBezTo>
                  <a:lnTo>
                    <a:pt x="0" y="25749"/>
                  </a:lnTo>
                  <a:cubicBezTo>
                    <a:pt x="0" y="18920"/>
                    <a:pt x="2713" y="12370"/>
                    <a:pt x="7542" y="7542"/>
                  </a:cubicBezTo>
                  <a:cubicBezTo>
                    <a:pt x="12370" y="2713"/>
                    <a:pt x="18920" y="0"/>
                    <a:pt x="25749" y="0"/>
                  </a:cubicBezTo>
                  <a:close/>
                </a:path>
              </a:pathLst>
            </a:custGeom>
            <a:blipFill>
              <a:blip r:embed="rId2"/>
              <a:stretch>
                <a:fillRect t="-346" b="-346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7259300" y="9238008"/>
            <a:ext cx="382242" cy="382242"/>
          </a:xfrm>
          <a:custGeom>
            <a:avLst/>
            <a:gdLst/>
            <a:ahLst/>
            <a:cxnLst/>
            <a:rect l="l" t="t" r="r" b="b"/>
            <a:pathLst>
              <a:path w="382242" h="382242">
                <a:moveTo>
                  <a:pt x="0" y="0"/>
                </a:moveTo>
                <a:lnTo>
                  <a:pt x="382242" y="0"/>
                </a:lnTo>
                <a:lnTo>
                  <a:pt x="382242" y="382242"/>
                </a:lnTo>
                <a:lnTo>
                  <a:pt x="0" y="382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296400" y="1562100"/>
            <a:ext cx="8324850" cy="5123153"/>
            <a:chOff x="0" y="0"/>
            <a:chExt cx="11099800" cy="6830871"/>
          </a:xfrm>
        </p:grpSpPr>
        <p:sp>
          <p:nvSpPr>
            <p:cNvPr id="9" name="TextBox 9"/>
            <p:cNvSpPr txBox="1"/>
            <p:nvPr/>
          </p:nvSpPr>
          <p:spPr>
            <a:xfrm>
              <a:off x="0" y="104775"/>
              <a:ext cx="11099800" cy="2618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560"/>
                </a:lnSpc>
              </a:pPr>
              <a:r>
                <a:rPr lang="en-US" sz="7200" spc="-180">
                  <a:solidFill>
                    <a:srgbClr val="2C3E50"/>
                  </a:solidFill>
                  <a:latin typeface="Barlow"/>
                  <a:ea typeface="Barlow"/>
                  <a:cs typeface="Barlow"/>
                  <a:sym typeface="Barlow"/>
                </a:rPr>
                <a:t>PowerPoint Template Overview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524236"/>
              <a:ext cx="11099800" cy="698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</a:pPr>
              <a:r>
                <a:rPr lang="en-US" sz="3200" b="1" spc="-80">
                  <a:solidFill>
                    <a:srgbClr val="4A4A4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Purpose and Use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727539"/>
              <a:ext cx="11099800" cy="2103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This presentation provides students with </a:t>
              </a:r>
              <a:r>
                <a:rPr lang="en-US" sz="2300" b="1" u="none" strike="noStrike" spc="-57">
                  <a:solidFill>
                    <a:srgbClr val="4A4A4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clean, easy-to-use templates</a:t>
              </a: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 to structure their assignments. Key minimalist style features include ample white space, limited color palette, and clear typography.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1562100"/>
            <a:ext cx="6886575" cy="6418607"/>
            <a:chOff x="0" y="0"/>
            <a:chExt cx="9182100" cy="8558143"/>
          </a:xfrm>
        </p:grpSpPr>
        <p:sp>
          <p:nvSpPr>
            <p:cNvPr id="3" name="TextBox 3"/>
            <p:cNvSpPr txBox="1"/>
            <p:nvPr/>
          </p:nvSpPr>
          <p:spPr>
            <a:xfrm>
              <a:off x="0" y="104775"/>
              <a:ext cx="9182100" cy="2618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560"/>
                </a:lnSpc>
                <a:spcBef>
                  <a:spcPct val="0"/>
                </a:spcBef>
              </a:pPr>
              <a:r>
                <a:rPr lang="en-US" sz="7200" u="none" strike="noStrike" spc="-180">
                  <a:solidFill>
                    <a:srgbClr val="2C3E50"/>
                  </a:solidFill>
                  <a:latin typeface="Barlow"/>
                  <a:ea typeface="Barlow"/>
                  <a:cs typeface="Barlow"/>
                  <a:sym typeface="Barlow"/>
                </a:rPr>
                <a:t>Basic Assignment Structure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514725"/>
              <a:ext cx="9182100" cy="14569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 u="none" strike="noStrike" spc="-79">
                  <a:solidFill>
                    <a:srgbClr val="4A4A4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Essential Components for Student Presentations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921411"/>
              <a:ext cx="9182100" cy="26367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Title slide with details</a:t>
              </a:r>
            </a:p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Content slide for key points</a:t>
              </a:r>
            </a:p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Optional image placeholder</a:t>
              </a:r>
            </a:p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Summary slide for conclusion</a:t>
              </a:r>
            </a:p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Consistent fonts and colors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72852" y="399011"/>
            <a:ext cx="7837607" cy="9488978"/>
            <a:chOff x="0" y="0"/>
            <a:chExt cx="2064226" cy="24991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64226" cy="2499155"/>
            </a:xfrm>
            <a:custGeom>
              <a:avLst/>
              <a:gdLst/>
              <a:ahLst/>
              <a:cxnLst/>
              <a:rect l="l" t="t" r="r" b="b"/>
              <a:pathLst>
                <a:path w="2064226" h="2499155">
                  <a:moveTo>
                    <a:pt x="36548" y="0"/>
                  </a:moveTo>
                  <a:lnTo>
                    <a:pt x="2027677" y="0"/>
                  </a:lnTo>
                  <a:cubicBezTo>
                    <a:pt x="2037371" y="0"/>
                    <a:pt x="2046667" y="3851"/>
                    <a:pt x="2053521" y="10705"/>
                  </a:cubicBezTo>
                  <a:cubicBezTo>
                    <a:pt x="2060375" y="17559"/>
                    <a:pt x="2064226" y="26855"/>
                    <a:pt x="2064226" y="36548"/>
                  </a:cubicBezTo>
                  <a:lnTo>
                    <a:pt x="2064226" y="2462606"/>
                  </a:lnTo>
                  <a:cubicBezTo>
                    <a:pt x="2064226" y="2472300"/>
                    <a:pt x="2060375" y="2481596"/>
                    <a:pt x="2053521" y="2488450"/>
                  </a:cubicBezTo>
                  <a:cubicBezTo>
                    <a:pt x="2046667" y="2495304"/>
                    <a:pt x="2037371" y="2499155"/>
                    <a:pt x="2027677" y="2499155"/>
                  </a:cubicBezTo>
                  <a:lnTo>
                    <a:pt x="36548" y="2499155"/>
                  </a:lnTo>
                  <a:cubicBezTo>
                    <a:pt x="26855" y="2499155"/>
                    <a:pt x="17559" y="2495304"/>
                    <a:pt x="10705" y="2488450"/>
                  </a:cubicBezTo>
                  <a:cubicBezTo>
                    <a:pt x="3851" y="2481596"/>
                    <a:pt x="0" y="2472300"/>
                    <a:pt x="0" y="2462606"/>
                  </a:cubicBezTo>
                  <a:lnTo>
                    <a:pt x="0" y="36548"/>
                  </a:lnTo>
                  <a:cubicBezTo>
                    <a:pt x="0" y="26855"/>
                    <a:pt x="3851" y="17559"/>
                    <a:pt x="10705" y="10705"/>
                  </a:cubicBezTo>
                  <a:cubicBezTo>
                    <a:pt x="17559" y="3851"/>
                    <a:pt x="26855" y="0"/>
                    <a:pt x="3654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253439"/>
              </a:solidFill>
              <a:prstDash val="sysDot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64226" cy="2537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72852" y="666750"/>
            <a:ext cx="7573921" cy="8953500"/>
            <a:chOff x="0" y="0"/>
            <a:chExt cx="823351" cy="9733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23351" cy="973324"/>
            </a:xfrm>
            <a:custGeom>
              <a:avLst/>
              <a:gdLst/>
              <a:ahLst/>
              <a:cxnLst/>
              <a:rect l="l" t="t" r="r" b="b"/>
              <a:pathLst>
                <a:path w="823351" h="973324">
                  <a:moveTo>
                    <a:pt x="25555" y="0"/>
                  </a:moveTo>
                  <a:lnTo>
                    <a:pt x="797797" y="0"/>
                  </a:lnTo>
                  <a:cubicBezTo>
                    <a:pt x="804574" y="0"/>
                    <a:pt x="811074" y="2692"/>
                    <a:pt x="815867" y="7485"/>
                  </a:cubicBezTo>
                  <a:cubicBezTo>
                    <a:pt x="820659" y="12277"/>
                    <a:pt x="823351" y="18777"/>
                    <a:pt x="823351" y="25555"/>
                  </a:cubicBezTo>
                  <a:lnTo>
                    <a:pt x="823351" y="947769"/>
                  </a:lnTo>
                  <a:cubicBezTo>
                    <a:pt x="823351" y="954547"/>
                    <a:pt x="820659" y="961047"/>
                    <a:pt x="815867" y="965839"/>
                  </a:cubicBezTo>
                  <a:cubicBezTo>
                    <a:pt x="811074" y="970631"/>
                    <a:pt x="804574" y="973324"/>
                    <a:pt x="797797" y="973324"/>
                  </a:cubicBezTo>
                  <a:lnTo>
                    <a:pt x="25555" y="973324"/>
                  </a:lnTo>
                  <a:cubicBezTo>
                    <a:pt x="18777" y="973324"/>
                    <a:pt x="12277" y="970631"/>
                    <a:pt x="7485" y="965839"/>
                  </a:cubicBezTo>
                  <a:cubicBezTo>
                    <a:pt x="2692" y="961047"/>
                    <a:pt x="0" y="954547"/>
                    <a:pt x="0" y="947769"/>
                  </a:cubicBezTo>
                  <a:lnTo>
                    <a:pt x="0" y="25555"/>
                  </a:lnTo>
                  <a:cubicBezTo>
                    <a:pt x="0" y="18777"/>
                    <a:pt x="2692" y="12277"/>
                    <a:pt x="7485" y="7485"/>
                  </a:cubicBezTo>
                  <a:cubicBezTo>
                    <a:pt x="12277" y="2692"/>
                    <a:pt x="18777" y="0"/>
                    <a:pt x="25555" y="0"/>
                  </a:cubicBezTo>
                  <a:close/>
                </a:path>
              </a:pathLst>
            </a:custGeom>
            <a:blipFill>
              <a:blip r:embed="rId2"/>
              <a:stretch>
                <a:fillRect t="-54" b="-54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7239008" y="9258300"/>
            <a:ext cx="382242" cy="382242"/>
          </a:xfrm>
          <a:custGeom>
            <a:avLst/>
            <a:gdLst/>
            <a:ahLst/>
            <a:cxnLst/>
            <a:rect l="l" t="t" r="r" b="b"/>
            <a:pathLst>
              <a:path w="382242" h="382242">
                <a:moveTo>
                  <a:pt x="0" y="0"/>
                </a:moveTo>
                <a:lnTo>
                  <a:pt x="382242" y="0"/>
                </a:lnTo>
                <a:lnTo>
                  <a:pt x="382242" y="382242"/>
                </a:lnTo>
                <a:lnTo>
                  <a:pt x="0" y="382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2852" y="399011"/>
            <a:ext cx="7837607" cy="9488978"/>
            <a:chOff x="0" y="0"/>
            <a:chExt cx="2064226" cy="24991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4226" cy="2499155"/>
            </a:xfrm>
            <a:custGeom>
              <a:avLst/>
              <a:gdLst/>
              <a:ahLst/>
              <a:cxnLst/>
              <a:rect l="l" t="t" r="r" b="b"/>
              <a:pathLst>
                <a:path w="2064226" h="2499155">
                  <a:moveTo>
                    <a:pt x="36548" y="0"/>
                  </a:moveTo>
                  <a:lnTo>
                    <a:pt x="2027677" y="0"/>
                  </a:lnTo>
                  <a:cubicBezTo>
                    <a:pt x="2037371" y="0"/>
                    <a:pt x="2046667" y="3851"/>
                    <a:pt x="2053521" y="10705"/>
                  </a:cubicBezTo>
                  <a:cubicBezTo>
                    <a:pt x="2060375" y="17559"/>
                    <a:pt x="2064226" y="26855"/>
                    <a:pt x="2064226" y="36548"/>
                  </a:cubicBezTo>
                  <a:lnTo>
                    <a:pt x="2064226" y="2462606"/>
                  </a:lnTo>
                  <a:cubicBezTo>
                    <a:pt x="2064226" y="2472300"/>
                    <a:pt x="2060375" y="2481596"/>
                    <a:pt x="2053521" y="2488450"/>
                  </a:cubicBezTo>
                  <a:cubicBezTo>
                    <a:pt x="2046667" y="2495304"/>
                    <a:pt x="2037371" y="2499155"/>
                    <a:pt x="2027677" y="2499155"/>
                  </a:cubicBezTo>
                  <a:lnTo>
                    <a:pt x="36548" y="2499155"/>
                  </a:lnTo>
                  <a:cubicBezTo>
                    <a:pt x="26855" y="2499155"/>
                    <a:pt x="17559" y="2495304"/>
                    <a:pt x="10705" y="2488450"/>
                  </a:cubicBezTo>
                  <a:cubicBezTo>
                    <a:pt x="3851" y="2481596"/>
                    <a:pt x="0" y="2472300"/>
                    <a:pt x="0" y="2462606"/>
                  </a:cubicBezTo>
                  <a:lnTo>
                    <a:pt x="0" y="36548"/>
                  </a:lnTo>
                  <a:cubicBezTo>
                    <a:pt x="0" y="26855"/>
                    <a:pt x="3851" y="17559"/>
                    <a:pt x="10705" y="10705"/>
                  </a:cubicBezTo>
                  <a:cubicBezTo>
                    <a:pt x="17559" y="3851"/>
                    <a:pt x="26855" y="0"/>
                    <a:pt x="3654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253439"/>
              </a:solidFill>
              <a:prstDash val="sysDot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64226" cy="2537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4277" y="666750"/>
            <a:ext cx="7516771" cy="8953500"/>
            <a:chOff x="0" y="0"/>
            <a:chExt cx="817139" cy="9733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7139" cy="973324"/>
            </a:xfrm>
            <a:custGeom>
              <a:avLst/>
              <a:gdLst/>
              <a:ahLst/>
              <a:cxnLst/>
              <a:rect l="l" t="t" r="r" b="b"/>
              <a:pathLst>
                <a:path w="817139" h="973324">
                  <a:moveTo>
                    <a:pt x="25749" y="0"/>
                  </a:moveTo>
                  <a:lnTo>
                    <a:pt x="791390" y="0"/>
                  </a:lnTo>
                  <a:cubicBezTo>
                    <a:pt x="798219" y="0"/>
                    <a:pt x="804768" y="2713"/>
                    <a:pt x="809597" y="7542"/>
                  </a:cubicBezTo>
                  <a:cubicBezTo>
                    <a:pt x="814426" y="12370"/>
                    <a:pt x="817139" y="18920"/>
                    <a:pt x="817139" y="25749"/>
                  </a:cubicBezTo>
                  <a:lnTo>
                    <a:pt x="817139" y="947575"/>
                  </a:lnTo>
                  <a:cubicBezTo>
                    <a:pt x="817139" y="954404"/>
                    <a:pt x="814426" y="960953"/>
                    <a:pt x="809597" y="965782"/>
                  </a:cubicBezTo>
                  <a:cubicBezTo>
                    <a:pt x="804768" y="970611"/>
                    <a:pt x="798219" y="973324"/>
                    <a:pt x="791390" y="973324"/>
                  </a:cubicBezTo>
                  <a:lnTo>
                    <a:pt x="25749" y="973324"/>
                  </a:lnTo>
                  <a:cubicBezTo>
                    <a:pt x="18920" y="973324"/>
                    <a:pt x="12370" y="970611"/>
                    <a:pt x="7542" y="965782"/>
                  </a:cubicBezTo>
                  <a:cubicBezTo>
                    <a:pt x="2713" y="960953"/>
                    <a:pt x="0" y="954404"/>
                    <a:pt x="0" y="947575"/>
                  </a:cubicBezTo>
                  <a:lnTo>
                    <a:pt x="0" y="25749"/>
                  </a:lnTo>
                  <a:cubicBezTo>
                    <a:pt x="0" y="18920"/>
                    <a:pt x="2713" y="12370"/>
                    <a:pt x="7542" y="7542"/>
                  </a:cubicBezTo>
                  <a:cubicBezTo>
                    <a:pt x="12370" y="2713"/>
                    <a:pt x="18920" y="0"/>
                    <a:pt x="25749" y="0"/>
                  </a:cubicBezTo>
                  <a:close/>
                </a:path>
              </a:pathLst>
            </a:custGeom>
            <a:blipFill>
              <a:blip r:embed="rId2"/>
              <a:stretch>
                <a:fillRect t="-346" b="-346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7259300" y="9238008"/>
            <a:ext cx="382242" cy="382242"/>
          </a:xfrm>
          <a:custGeom>
            <a:avLst/>
            <a:gdLst/>
            <a:ahLst/>
            <a:cxnLst/>
            <a:rect l="l" t="t" r="r" b="b"/>
            <a:pathLst>
              <a:path w="382242" h="382242">
                <a:moveTo>
                  <a:pt x="0" y="0"/>
                </a:moveTo>
                <a:lnTo>
                  <a:pt x="382242" y="0"/>
                </a:lnTo>
                <a:lnTo>
                  <a:pt x="382242" y="382242"/>
                </a:lnTo>
                <a:lnTo>
                  <a:pt x="0" y="382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296400" y="1562100"/>
            <a:ext cx="8324850" cy="5123153"/>
            <a:chOff x="0" y="0"/>
            <a:chExt cx="11099800" cy="6830871"/>
          </a:xfrm>
        </p:grpSpPr>
        <p:sp>
          <p:nvSpPr>
            <p:cNvPr id="9" name="TextBox 9"/>
            <p:cNvSpPr txBox="1"/>
            <p:nvPr/>
          </p:nvSpPr>
          <p:spPr>
            <a:xfrm>
              <a:off x="0" y="104775"/>
              <a:ext cx="11099800" cy="2618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560"/>
                </a:lnSpc>
              </a:pPr>
              <a:r>
                <a:rPr lang="en-US" sz="7200" spc="-180">
                  <a:solidFill>
                    <a:srgbClr val="2C3E50"/>
                  </a:solidFill>
                  <a:latin typeface="Barlow"/>
                  <a:ea typeface="Barlow"/>
                  <a:cs typeface="Barlow"/>
                  <a:sym typeface="Barlow"/>
                </a:rPr>
                <a:t>Research Report Template Overview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524236"/>
              <a:ext cx="11099800" cy="698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</a:pPr>
              <a:r>
                <a:rPr lang="en-US" sz="3200" b="1" spc="-80">
                  <a:solidFill>
                    <a:srgbClr val="4A4A4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Structure for Data-Driven Assignments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727539"/>
              <a:ext cx="11099800" cy="2103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This template is designed for assignments that require structured </a:t>
              </a:r>
              <a:r>
                <a:rPr lang="en-US" sz="2300" b="1" u="none" strike="noStrike" spc="-57">
                  <a:solidFill>
                    <a:srgbClr val="4A4A4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data presentation</a:t>
              </a: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, featuring clear sections for the introduction, methodology, and findings. The layout promotes clarity and organization.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1562100"/>
            <a:ext cx="6886575" cy="5856632"/>
            <a:chOff x="0" y="0"/>
            <a:chExt cx="9182100" cy="7808843"/>
          </a:xfrm>
        </p:grpSpPr>
        <p:sp>
          <p:nvSpPr>
            <p:cNvPr id="3" name="TextBox 3"/>
            <p:cNvSpPr txBox="1"/>
            <p:nvPr/>
          </p:nvSpPr>
          <p:spPr>
            <a:xfrm>
              <a:off x="0" y="104775"/>
              <a:ext cx="9182100" cy="2618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560"/>
                </a:lnSpc>
                <a:spcBef>
                  <a:spcPct val="0"/>
                </a:spcBef>
              </a:pPr>
              <a:r>
                <a:rPr lang="en-US" sz="7200" u="none" strike="noStrike" spc="-180">
                  <a:solidFill>
                    <a:srgbClr val="2C3E50"/>
                  </a:solidFill>
                  <a:latin typeface="Barlow"/>
                  <a:ea typeface="Barlow"/>
                  <a:cs typeface="Barlow"/>
                  <a:sym typeface="Barlow"/>
                </a:rPr>
                <a:t>Creative Project Presentation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514725"/>
              <a:ext cx="9182100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79"/>
                </a:lnSpc>
                <a:spcBef>
                  <a:spcPct val="0"/>
                </a:spcBef>
              </a:pPr>
              <a:r>
                <a:rPr lang="en-US" sz="3199" b="1" u="none" strike="noStrike" spc="-79">
                  <a:solidFill>
                    <a:srgbClr val="4A4A4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Essential Features for Success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5172111"/>
              <a:ext cx="9182100" cy="26367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Engaging title slide design</a:t>
              </a:r>
            </a:p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Image placeholders for visuals</a:t>
              </a:r>
            </a:p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Clear project timeline layout</a:t>
              </a:r>
            </a:p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Reflection slide for insights</a:t>
              </a:r>
            </a:p>
            <a:p>
              <a:pPr marL="496571" lvl="1" indent="-248285" algn="l">
                <a:lnSpc>
                  <a:spcPts val="3220"/>
                </a:lnSpc>
                <a:buFont typeface="Arial"/>
                <a:buChar char="•"/>
              </a:pP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Encouragement of minimal text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72852" y="399011"/>
            <a:ext cx="7837607" cy="9488978"/>
            <a:chOff x="0" y="0"/>
            <a:chExt cx="2064226" cy="24991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64226" cy="2499155"/>
            </a:xfrm>
            <a:custGeom>
              <a:avLst/>
              <a:gdLst/>
              <a:ahLst/>
              <a:cxnLst/>
              <a:rect l="l" t="t" r="r" b="b"/>
              <a:pathLst>
                <a:path w="2064226" h="2499155">
                  <a:moveTo>
                    <a:pt x="36548" y="0"/>
                  </a:moveTo>
                  <a:lnTo>
                    <a:pt x="2027677" y="0"/>
                  </a:lnTo>
                  <a:cubicBezTo>
                    <a:pt x="2037371" y="0"/>
                    <a:pt x="2046667" y="3851"/>
                    <a:pt x="2053521" y="10705"/>
                  </a:cubicBezTo>
                  <a:cubicBezTo>
                    <a:pt x="2060375" y="17559"/>
                    <a:pt x="2064226" y="26855"/>
                    <a:pt x="2064226" y="36548"/>
                  </a:cubicBezTo>
                  <a:lnTo>
                    <a:pt x="2064226" y="2462606"/>
                  </a:lnTo>
                  <a:cubicBezTo>
                    <a:pt x="2064226" y="2472300"/>
                    <a:pt x="2060375" y="2481596"/>
                    <a:pt x="2053521" y="2488450"/>
                  </a:cubicBezTo>
                  <a:cubicBezTo>
                    <a:pt x="2046667" y="2495304"/>
                    <a:pt x="2037371" y="2499155"/>
                    <a:pt x="2027677" y="2499155"/>
                  </a:cubicBezTo>
                  <a:lnTo>
                    <a:pt x="36548" y="2499155"/>
                  </a:lnTo>
                  <a:cubicBezTo>
                    <a:pt x="26855" y="2499155"/>
                    <a:pt x="17559" y="2495304"/>
                    <a:pt x="10705" y="2488450"/>
                  </a:cubicBezTo>
                  <a:cubicBezTo>
                    <a:pt x="3851" y="2481596"/>
                    <a:pt x="0" y="2472300"/>
                    <a:pt x="0" y="2462606"/>
                  </a:cubicBezTo>
                  <a:lnTo>
                    <a:pt x="0" y="36548"/>
                  </a:lnTo>
                  <a:cubicBezTo>
                    <a:pt x="0" y="26855"/>
                    <a:pt x="3851" y="17559"/>
                    <a:pt x="10705" y="10705"/>
                  </a:cubicBezTo>
                  <a:cubicBezTo>
                    <a:pt x="17559" y="3851"/>
                    <a:pt x="26855" y="0"/>
                    <a:pt x="3654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253439"/>
              </a:solidFill>
              <a:prstDash val="sysDot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64226" cy="2537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272852" y="666750"/>
            <a:ext cx="7573921" cy="8953500"/>
            <a:chOff x="0" y="0"/>
            <a:chExt cx="823351" cy="9733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23351" cy="973324"/>
            </a:xfrm>
            <a:custGeom>
              <a:avLst/>
              <a:gdLst/>
              <a:ahLst/>
              <a:cxnLst/>
              <a:rect l="l" t="t" r="r" b="b"/>
              <a:pathLst>
                <a:path w="823351" h="973324">
                  <a:moveTo>
                    <a:pt x="25555" y="0"/>
                  </a:moveTo>
                  <a:lnTo>
                    <a:pt x="797797" y="0"/>
                  </a:lnTo>
                  <a:cubicBezTo>
                    <a:pt x="804574" y="0"/>
                    <a:pt x="811074" y="2692"/>
                    <a:pt x="815867" y="7485"/>
                  </a:cubicBezTo>
                  <a:cubicBezTo>
                    <a:pt x="820659" y="12277"/>
                    <a:pt x="823351" y="18777"/>
                    <a:pt x="823351" y="25555"/>
                  </a:cubicBezTo>
                  <a:lnTo>
                    <a:pt x="823351" y="947769"/>
                  </a:lnTo>
                  <a:cubicBezTo>
                    <a:pt x="823351" y="954547"/>
                    <a:pt x="820659" y="961047"/>
                    <a:pt x="815867" y="965839"/>
                  </a:cubicBezTo>
                  <a:cubicBezTo>
                    <a:pt x="811074" y="970631"/>
                    <a:pt x="804574" y="973324"/>
                    <a:pt x="797797" y="973324"/>
                  </a:cubicBezTo>
                  <a:lnTo>
                    <a:pt x="25555" y="973324"/>
                  </a:lnTo>
                  <a:cubicBezTo>
                    <a:pt x="18777" y="973324"/>
                    <a:pt x="12277" y="970631"/>
                    <a:pt x="7485" y="965839"/>
                  </a:cubicBezTo>
                  <a:cubicBezTo>
                    <a:pt x="2692" y="961047"/>
                    <a:pt x="0" y="954547"/>
                    <a:pt x="0" y="947769"/>
                  </a:cubicBezTo>
                  <a:lnTo>
                    <a:pt x="0" y="25555"/>
                  </a:lnTo>
                  <a:cubicBezTo>
                    <a:pt x="0" y="18777"/>
                    <a:pt x="2692" y="12277"/>
                    <a:pt x="7485" y="7485"/>
                  </a:cubicBezTo>
                  <a:cubicBezTo>
                    <a:pt x="12277" y="2692"/>
                    <a:pt x="18777" y="0"/>
                    <a:pt x="25555" y="0"/>
                  </a:cubicBezTo>
                  <a:close/>
                </a:path>
              </a:pathLst>
            </a:custGeom>
            <a:blipFill>
              <a:blip r:embed="rId2"/>
              <a:stretch>
                <a:fillRect t="-54" b="-54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7239008" y="9258300"/>
            <a:ext cx="382242" cy="382242"/>
          </a:xfrm>
          <a:custGeom>
            <a:avLst/>
            <a:gdLst/>
            <a:ahLst/>
            <a:cxnLst/>
            <a:rect l="l" t="t" r="r" b="b"/>
            <a:pathLst>
              <a:path w="382242" h="382242">
                <a:moveTo>
                  <a:pt x="0" y="0"/>
                </a:moveTo>
                <a:lnTo>
                  <a:pt x="382242" y="0"/>
                </a:lnTo>
                <a:lnTo>
                  <a:pt x="382242" y="382242"/>
                </a:lnTo>
                <a:lnTo>
                  <a:pt x="0" y="382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2852" y="399011"/>
            <a:ext cx="7837607" cy="9488978"/>
            <a:chOff x="0" y="0"/>
            <a:chExt cx="2064226" cy="24991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4226" cy="2499155"/>
            </a:xfrm>
            <a:custGeom>
              <a:avLst/>
              <a:gdLst/>
              <a:ahLst/>
              <a:cxnLst/>
              <a:rect l="l" t="t" r="r" b="b"/>
              <a:pathLst>
                <a:path w="2064226" h="2499155">
                  <a:moveTo>
                    <a:pt x="36548" y="0"/>
                  </a:moveTo>
                  <a:lnTo>
                    <a:pt x="2027677" y="0"/>
                  </a:lnTo>
                  <a:cubicBezTo>
                    <a:pt x="2037371" y="0"/>
                    <a:pt x="2046667" y="3851"/>
                    <a:pt x="2053521" y="10705"/>
                  </a:cubicBezTo>
                  <a:cubicBezTo>
                    <a:pt x="2060375" y="17559"/>
                    <a:pt x="2064226" y="26855"/>
                    <a:pt x="2064226" y="36548"/>
                  </a:cubicBezTo>
                  <a:lnTo>
                    <a:pt x="2064226" y="2462606"/>
                  </a:lnTo>
                  <a:cubicBezTo>
                    <a:pt x="2064226" y="2472300"/>
                    <a:pt x="2060375" y="2481596"/>
                    <a:pt x="2053521" y="2488450"/>
                  </a:cubicBezTo>
                  <a:cubicBezTo>
                    <a:pt x="2046667" y="2495304"/>
                    <a:pt x="2037371" y="2499155"/>
                    <a:pt x="2027677" y="2499155"/>
                  </a:cubicBezTo>
                  <a:lnTo>
                    <a:pt x="36548" y="2499155"/>
                  </a:lnTo>
                  <a:cubicBezTo>
                    <a:pt x="26855" y="2499155"/>
                    <a:pt x="17559" y="2495304"/>
                    <a:pt x="10705" y="2488450"/>
                  </a:cubicBezTo>
                  <a:cubicBezTo>
                    <a:pt x="3851" y="2481596"/>
                    <a:pt x="0" y="2472300"/>
                    <a:pt x="0" y="2462606"/>
                  </a:cubicBezTo>
                  <a:lnTo>
                    <a:pt x="0" y="36548"/>
                  </a:lnTo>
                  <a:cubicBezTo>
                    <a:pt x="0" y="26855"/>
                    <a:pt x="3851" y="17559"/>
                    <a:pt x="10705" y="10705"/>
                  </a:cubicBezTo>
                  <a:cubicBezTo>
                    <a:pt x="17559" y="3851"/>
                    <a:pt x="26855" y="0"/>
                    <a:pt x="3654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253439"/>
              </a:solidFill>
              <a:prstDash val="sysDot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64226" cy="2537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0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4277" y="666750"/>
            <a:ext cx="7516771" cy="8953500"/>
            <a:chOff x="0" y="0"/>
            <a:chExt cx="817139" cy="9733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7139" cy="973324"/>
            </a:xfrm>
            <a:custGeom>
              <a:avLst/>
              <a:gdLst/>
              <a:ahLst/>
              <a:cxnLst/>
              <a:rect l="l" t="t" r="r" b="b"/>
              <a:pathLst>
                <a:path w="817139" h="973324">
                  <a:moveTo>
                    <a:pt x="25749" y="0"/>
                  </a:moveTo>
                  <a:lnTo>
                    <a:pt x="791390" y="0"/>
                  </a:lnTo>
                  <a:cubicBezTo>
                    <a:pt x="798219" y="0"/>
                    <a:pt x="804768" y="2713"/>
                    <a:pt x="809597" y="7542"/>
                  </a:cubicBezTo>
                  <a:cubicBezTo>
                    <a:pt x="814426" y="12370"/>
                    <a:pt x="817139" y="18920"/>
                    <a:pt x="817139" y="25749"/>
                  </a:cubicBezTo>
                  <a:lnTo>
                    <a:pt x="817139" y="947575"/>
                  </a:lnTo>
                  <a:cubicBezTo>
                    <a:pt x="817139" y="954404"/>
                    <a:pt x="814426" y="960953"/>
                    <a:pt x="809597" y="965782"/>
                  </a:cubicBezTo>
                  <a:cubicBezTo>
                    <a:pt x="804768" y="970611"/>
                    <a:pt x="798219" y="973324"/>
                    <a:pt x="791390" y="973324"/>
                  </a:cubicBezTo>
                  <a:lnTo>
                    <a:pt x="25749" y="973324"/>
                  </a:lnTo>
                  <a:cubicBezTo>
                    <a:pt x="18920" y="973324"/>
                    <a:pt x="12370" y="970611"/>
                    <a:pt x="7542" y="965782"/>
                  </a:cubicBezTo>
                  <a:cubicBezTo>
                    <a:pt x="2713" y="960953"/>
                    <a:pt x="0" y="954404"/>
                    <a:pt x="0" y="947575"/>
                  </a:cubicBezTo>
                  <a:lnTo>
                    <a:pt x="0" y="25749"/>
                  </a:lnTo>
                  <a:cubicBezTo>
                    <a:pt x="0" y="18920"/>
                    <a:pt x="2713" y="12370"/>
                    <a:pt x="7542" y="7542"/>
                  </a:cubicBezTo>
                  <a:cubicBezTo>
                    <a:pt x="12370" y="2713"/>
                    <a:pt x="18920" y="0"/>
                    <a:pt x="25749" y="0"/>
                  </a:cubicBezTo>
                  <a:close/>
                </a:path>
              </a:pathLst>
            </a:custGeom>
            <a:blipFill>
              <a:blip r:embed="rId2"/>
              <a:stretch>
                <a:fillRect t="-346" b="-346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7259300" y="9238008"/>
            <a:ext cx="382242" cy="382242"/>
          </a:xfrm>
          <a:custGeom>
            <a:avLst/>
            <a:gdLst/>
            <a:ahLst/>
            <a:cxnLst/>
            <a:rect l="l" t="t" r="r" b="b"/>
            <a:pathLst>
              <a:path w="382242" h="382242">
                <a:moveTo>
                  <a:pt x="0" y="0"/>
                </a:moveTo>
                <a:lnTo>
                  <a:pt x="382242" y="0"/>
                </a:lnTo>
                <a:lnTo>
                  <a:pt x="382242" y="382242"/>
                </a:lnTo>
                <a:lnTo>
                  <a:pt x="0" y="382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296400" y="1562100"/>
            <a:ext cx="8324850" cy="5123153"/>
            <a:chOff x="0" y="0"/>
            <a:chExt cx="11099800" cy="6830871"/>
          </a:xfrm>
        </p:grpSpPr>
        <p:sp>
          <p:nvSpPr>
            <p:cNvPr id="9" name="TextBox 9"/>
            <p:cNvSpPr txBox="1"/>
            <p:nvPr/>
          </p:nvSpPr>
          <p:spPr>
            <a:xfrm>
              <a:off x="0" y="104775"/>
              <a:ext cx="11099800" cy="26181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560"/>
                </a:lnSpc>
              </a:pPr>
              <a:r>
                <a:rPr lang="en-US" sz="7200" spc="-180">
                  <a:solidFill>
                    <a:srgbClr val="2C3E50"/>
                  </a:solidFill>
                  <a:latin typeface="Barlow"/>
                  <a:ea typeface="Barlow"/>
                  <a:cs typeface="Barlow"/>
                  <a:sym typeface="Barlow"/>
                </a:rPr>
                <a:t>Argumentative Essay Template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524236"/>
              <a:ext cx="11099800" cy="6980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</a:pPr>
              <a:r>
                <a:rPr lang="en-US" sz="3200" b="1" spc="-80">
                  <a:solidFill>
                    <a:srgbClr val="4A4A4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Structured for Persuasion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4727539"/>
              <a:ext cx="11099800" cy="2103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20"/>
                </a:lnSpc>
                <a:spcBef>
                  <a:spcPct val="0"/>
                </a:spcBef>
              </a:pP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This template is designed for </a:t>
              </a:r>
              <a:r>
                <a:rPr lang="en-US" sz="2300" b="1" u="none" strike="noStrike" spc="-57">
                  <a:solidFill>
                    <a:srgbClr val="4A4A4A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organized presentations</a:t>
              </a:r>
              <a:r>
                <a:rPr lang="en-US" sz="2300" u="none" strike="noStrike" spc="-57">
                  <a:solidFill>
                    <a:srgbClr val="4A4A4A"/>
                  </a:solidFill>
                  <a:latin typeface="Barlow"/>
                  <a:ea typeface="Barlow"/>
                  <a:cs typeface="Barlow"/>
                  <a:sym typeface="Barlow"/>
                </a:rPr>
                <a:t>, emphasizing coherent arguments and counterarguments. Clear sections facilitate understanding, making it easier for students to articulate their points effectively.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014936" y="6038850"/>
            <a:ext cx="13873061" cy="10287000"/>
            <a:chOff x="0" y="0"/>
            <a:chExt cx="365381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3810" cy="2709333"/>
            </a:xfrm>
            <a:custGeom>
              <a:avLst/>
              <a:gdLst/>
              <a:ahLst/>
              <a:cxnLst/>
              <a:rect l="l" t="t" r="r" b="b"/>
              <a:pathLst>
                <a:path w="3653810" h="2709333">
                  <a:moveTo>
                    <a:pt x="20648" y="0"/>
                  </a:moveTo>
                  <a:lnTo>
                    <a:pt x="3633162" y="0"/>
                  </a:lnTo>
                  <a:cubicBezTo>
                    <a:pt x="3638638" y="0"/>
                    <a:pt x="3643890" y="2175"/>
                    <a:pt x="3647763" y="6048"/>
                  </a:cubicBezTo>
                  <a:cubicBezTo>
                    <a:pt x="3651635" y="9920"/>
                    <a:pt x="3653810" y="15172"/>
                    <a:pt x="3653810" y="20648"/>
                  </a:cubicBezTo>
                  <a:lnTo>
                    <a:pt x="3653810" y="2688685"/>
                  </a:lnTo>
                  <a:cubicBezTo>
                    <a:pt x="3653810" y="2694162"/>
                    <a:pt x="3651635" y="2699413"/>
                    <a:pt x="3647763" y="2703286"/>
                  </a:cubicBezTo>
                  <a:cubicBezTo>
                    <a:pt x="3643890" y="2707158"/>
                    <a:pt x="3638638" y="2709333"/>
                    <a:pt x="3633162" y="2709333"/>
                  </a:cubicBezTo>
                  <a:lnTo>
                    <a:pt x="20648" y="2709333"/>
                  </a:lnTo>
                  <a:cubicBezTo>
                    <a:pt x="15172" y="2709333"/>
                    <a:pt x="9920" y="2707158"/>
                    <a:pt x="6048" y="2703286"/>
                  </a:cubicBezTo>
                  <a:cubicBezTo>
                    <a:pt x="2175" y="2699413"/>
                    <a:pt x="0" y="2694162"/>
                    <a:pt x="0" y="2688685"/>
                  </a:cubicBezTo>
                  <a:lnTo>
                    <a:pt x="0" y="20648"/>
                  </a:lnTo>
                  <a:cubicBezTo>
                    <a:pt x="0" y="15172"/>
                    <a:pt x="2175" y="9920"/>
                    <a:pt x="6048" y="6048"/>
                  </a:cubicBezTo>
                  <a:cubicBezTo>
                    <a:pt x="9920" y="2175"/>
                    <a:pt x="15172" y="0"/>
                    <a:pt x="2064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253439"/>
              </a:solidFill>
              <a:prstDash val="sysDot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653810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0"/>
            <a:ext cx="8991600" cy="10287000"/>
            <a:chOff x="0" y="0"/>
            <a:chExt cx="977466" cy="11182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77466" cy="1118287"/>
            </a:xfrm>
            <a:custGeom>
              <a:avLst/>
              <a:gdLst/>
              <a:ahLst/>
              <a:cxnLst/>
              <a:rect l="l" t="t" r="r" b="b"/>
              <a:pathLst>
                <a:path w="977466" h="1118287">
                  <a:moveTo>
                    <a:pt x="0" y="0"/>
                  </a:moveTo>
                  <a:lnTo>
                    <a:pt x="977466" y="0"/>
                  </a:lnTo>
                  <a:lnTo>
                    <a:pt x="977466" y="1118287"/>
                  </a:lnTo>
                  <a:lnTo>
                    <a:pt x="0" y="1118287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6897739" y="6551958"/>
            <a:ext cx="382242" cy="382242"/>
          </a:xfrm>
          <a:custGeom>
            <a:avLst/>
            <a:gdLst/>
            <a:ahLst/>
            <a:cxnLst/>
            <a:rect l="l" t="t" r="r" b="b"/>
            <a:pathLst>
              <a:path w="382242" h="382242">
                <a:moveTo>
                  <a:pt x="0" y="0"/>
                </a:moveTo>
                <a:lnTo>
                  <a:pt x="382242" y="0"/>
                </a:lnTo>
                <a:lnTo>
                  <a:pt x="382242" y="382242"/>
                </a:lnTo>
                <a:lnTo>
                  <a:pt x="0" y="382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66750" y="771525"/>
            <a:ext cx="6886575" cy="1937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60"/>
              </a:lnSpc>
              <a:spcBef>
                <a:spcPct val="0"/>
              </a:spcBef>
            </a:pPr>
            <a:r>
              <a:rPr lang="en-US" sz="7200" u="none" strike="noStrike" spc="-180">
                <a:solidFill>
                  <a:srgbClr val="2C3E50"/>
                </a:solidFill>
                <a:latin typeface="Barlow"/>
                <a:ea typeface="Barlow"/>
                <a:cs typeface="Barlow"/>
                <a:sym typeface="Barlow"/>
              </a:rPr>
              <a:t>Using Templates Effectively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Custom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Barlow Bold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Clean and Effective Student Assignments</dc:title>
  <dc:creator>PADMANAVA</dc:creator>
  <dc:description>Presentation - Clean and Effective Student Assignments</dc:description>
  <cp:lastModifiedBy>mojumderpadmanava@gmail.com</cp:lastModifiedBy>
  <cp:revision>1</cp:revision>
  <dcterms:created xsi:type="dcterms:W3CDTF">2006-08-16T00:00:00Z</dcterms:created>
  <dcterms:modified xsi:type="dcterms:W3CDTF">2025-10-18T05:24:01Z</dcterms:modified>
  <dc:identifier>DAG134D83BU</dc:identifier>
</cp:coreProperties>
</file>