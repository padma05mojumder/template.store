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DM Sans" panose="020F0502020204030204" pitchFamily="2" charset="0"/>
      <p:regular r:id="rId7"/>
    </p:embeddedFont>
    <p:embeddedFont>
      <p:font typeface="DM Sans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25791" y="285750"/>
            <a:ext cx="7126185" cy="9715500"/>
            <a:chOff x="0" y="0"/>
            <a:chExt cx="1072489" cy="14621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2489" cy="1462180"/>
            </a:xfrm>
            <a:custGeom>
              <a:avLst/>
              <a:gdLst/>
              <a:ahLst/>
              <a:cxnLst/>
              <a:rect l="l" t="t" r="r" b="b"/>
              <a:pathLst>
                <a:path w="1072489" h="1462180">
                  <a:moveTo>
                    <a:pt x="32592" y="0"/>
                  </a:moveTo>
                  <a:lnTo>
                    <a:pt x="1039897" y="0"/>
                  </a:lnTo>
                  <a:cubicBezTo>
                    <a:pt x="1057897" y="0"/>
                    <a:pt x="1072489" y="14592"/>
                    <a:pt x="1072489" y="32592"/>
                  </a:cubicBezTo>
                  <a:lnTo>
                    <a:pt x="1072489" y="1429588"/>
                  </a:lnTo>
                  <a:cubicBezTo>
                    <a:pt x="1072489" y="1447588"/>
                    <a:pt x="1057897" y="1462180"/>
                    <a:pt x="1039897" y="1462180"/>
                  </a:cubicBezTo>
                  <a:lnTo>
                    <a:pt x="32592" y="1462180"/>
                  </a:lnTo>
                  <a:cubicBezTo>
                    <a:pt x="23948" y="1462180"/>
                    <a:pt x="15658" y="1458746"/>
                    <a:pt x="9546" y="1452634"/>
                  </a:cubicBezTo>
                  <a:cubicBezTo>
                    <a:pt x="3434" y="1446522"/>
                    <a:pt x="0" y="1438232"/>
                    <a:pt x="0" y="1429588"/>
                  </a:cubicBezTo>
                  <a:lnTo>
                    <a:pt x="0" y="32592"/>
                  </a:lnTo>
                  <a:cubicBezTo>
                    <a:pt x="0" y="14592"/>
                    <a:pt x="14592" y="0"/>
                    <a:pt x="32592" y="0"/>
                  </a:cubicBezTo>
                  <a:close/>
                </a:path>
              </a:pathLst>
            </a:custGeom>
            <a:blipFill>
              <a:blip r:embed="rId2"/>
              <a:stretch>
                <a:fillRect t="-152" b="-15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66750" y="3171301"/>
            <a:ext cx="10067925" cy="418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30"/>
              </a:lnSpc>
            </a:pPr>
            <a:r>
              <a:rPr lang="en-US" sz="10830" spc="-324">
                <a:solidFill>
                  <a:srgbClr val="0D1786"/>
                </a:solidFill>
                <a:latin typeface="DM Sans"/>
                <a:ea typeface="DM Sans"/>
                <a:cs typeface="DM Sans"/>
                <a:sym typeface="DM Sans"/>
              </a:rPr>
              <a:t>Student Assignment Templates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65823" y="7783108"/>
            <a:ext cx="2607127" cy="941792"/>
            <a:chOff x="0" y="0"/>
            <a:chExt cx="3476169" cy="1255723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452517"/>
              <a:ext cx="2997536" cy="803206"/>
              <a:chOff x="0" y="0"/>
              <a:chExt cx="677333" cy="18149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77333" cy="181495"/>
              </a:xfrm>
              <a:custGeom>
                <a:avLst/>
                <a:gdLst/>
                <a:ahLst/>
                <a:cxnLst/>
                <a:rect l="l" t="t" r="r" b="b"/>
                <a:pathLst>
                  <a:path w="677333" h="181495">
                    <a:moveTo>
                      <a:pt x="90748" y="0"/>
                    </a:moveTo>
                    <a:lnTo>
                      <a:pt x="586586" y="0"/>
                    </a:lnTo>
                    <a:cubicBezTo>
                      <a:pt x="636704" y="0"/>
                      <a:pt x="677333" y="40629"/>
                      <a:pt x="677333" y="90748"/>
                    </a:cubicBezTo>
                    <a:lnTo>
                      <a:pt x="677333" y="90748"/>
                    </a:lnTo>
                    <a:cubicBezTo>
                      <a:pt x="677333" y="114815"/>
                      <a:pt x="667772" y="137897"/>
                      <a:pt x="650754" y="154916"/>
                    </a:cubicBezTo>
                    <a:cubicBezTo>
                      <a:pt x="633736" y="171934"/>
                      <a:pt x="610654" y="181495"/>
                      <a:pt x="586586" y="181495"/>
                    </a:cubicBezTo>
                    <a:lnTo>
                      <a:pt x="90748" y="181495"/>
                    </a:lnTo>
                    <a:cubicBezTo>
                      <a:pt x="66680" y="181495"/>
                      <a:pt x="43598" y="171934"/>
                      <a:pt x="26579" y="154916"/>
                    </a:cubicBezTo>
                    <a:cubicBezTo>
                      <a:pt x="9561" y="137897"/>
                      <a:pt x="0" y="114815"/>
                      <a:pt x="0" y="90748"/>
                    </a:cubicBezTo>
                    <a:lnTo>
                      <a:pt x="0" y="90748"/>
                    </a:lnTo>
                    <a:cubicBezTo>
                      <a:pt x="0" y="66680"/>
                      <a:pt x="9561" y="43598"/>
                      <a:pt x="26579" y="26579"/>
                    </a:cubicBezTo>
                    <a:cubicBezTo>
                      <a:pt x="43598" y="9561"/>
                      <a:pt x="66680" y="0"/>
                      <a:pt x="90748" y="0"/>
                    </a:cubicBezTo>
                    <a:close/>
                  </a:path>
                </a:pathLst>
              </a:custGeom>
              <a:solidFill>
                <a:srgbClr val="1F1A1B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0"/>
                <a:ext cx="677333" cy="181495"/>
              </a:xfrm>
              <a:prstGeom prst="rect">
                <a:avLst/>
              </a:prstGeom>
            </p:spPr>
            <p:txBody>
              <a:bodyPr lIns="44408" tIns="44408" rIns="44408" bIns="44408" rtlCol="0" anchor="ctr"/>
              <a:lstStyle/>
              <a:p>
                <a:pPr marL="0" lvl="0" indent="0" algn="ctr">
                  <a:lnSpc>
                    <a:spcPts val="2231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 rot="-2700000">
              <a:off x="2906402" y="95255"/>
              <a:ext cx="468474" cy="480551"/>
            </a:xfrm>
            <a:custGeom>
              <a:avLst/>
              <a:gdLst/>
              <a:ahLst/>
              <a:cxnLst/>
              <a:rect l="l" t="t" r="r" b="b"/>
              <a:pathLst>
                <a:path w="468474" h="480551">
                  <a:moveTo>
                    <a:pt x="0" y="0"/>
                  </a:moveTo>
                  <a:lnTo>
                    <a:pt x="468473" y="0"/>
                  </a:lnTo>
                  <a:lnTo>
                    <a:pt x="468473" y="480551"/>
                  </a:lnTo>
                  <a:lnTo>
                    <a:pt x="0" y="480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197602" y="673145"/>
              <a:ext cx="2602332" cy="37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324"/>
                </a:lnSpc>
                <a:spcBef>
                  <a:spcPct val="0"/>
                </a:spcBef>
              </a:pPr>
              <a:r>
                <a:rPr lang="en-US" sz="1937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[Your First Name]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05025" y="9394750"/>
            <a:ext cx="688657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84"/>
              </a:lnSpc>
            </a:pPr>
            <a:r>
              <a:rPr lang="en-US" sz="2653">
                <a:solidFill>
                  <a:srgbClr val="0D1786"/>
                </a:solidFill>
                <a:latin typeface="DM Sans"/>
                <a:ea typeface="DM Sans"/>
                <a:cs typeface="DM Sans"/>
                <a:sym typeface="DM Sans"/>
              </a:rPr>
              <a:t>October 15, 2025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05025" y="476250"/>
            <a:ext cx="688657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84"/>
              </a:lnSpc>
            </a:pPr>
            <a:r>
              <a:rPr lang="en-US" sz="2653">
                <a:solidFill>
                  <a:srgbClr val="0D1786"/>
                </a:solidFill>
                <a:latin typeface="DM Sans"/>
                <a:ea typeface="DM Sans"/>
                <a:cs typeface="DM Sans"/>
                <a:sym typeface="DM Sans"/>
              </a:rPr>
              <a:t>Clean Designs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4303470"/>
            <a:ext cx="16954500" cy="1730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9"/>
              </a:lnSpc>
            </a:pPr>
            <a:r>
              <a:rPr lang="en-US" sz="12999" b="1" spc="-389">
                <a:solidFill>
                  <a:srgbClr val="0D1786"/>
                </a:solidFill>
                <a:latin typeface="DM Sans Bold"/>
                <a:ea typeface="DM Sans Bold"/>
                <a:cs typeface="DM Sans Bold"/>
                <a:sym typeface="DM Sans Bold"/>
              </a:rPr>
              <a:t>Simplicity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65581" y="578334"/>
            <a:ext cx="9621783" cy="4425067"/>
            <a:chOff x="0" y="0"/>
            <a:chExt cx="2534132" cy="1165450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0D178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65581" y="5290433"/>
            <a:ext cx="9621783" cy="4425067"/>
            <a:chOff x="0" y="0"/>
            <a:chExt cx="2534132" cy="1165450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0D178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1028700"/>
            <a:ext cx="4924589" cy="3320734"/>
            <a:chOff x="0" y="0"/>
            <a:chExt cx="762948" cy="5144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948" cy="514469"/>
            </a:xfrm>
            <a:custGeom>
              <a:avLst/>
              <a:gdLst/>
              <a:ahLst/>
              <a:cxnLst/>
              <a:rect l="l" t="t" r="r" b="b"/>
              <a:pathLst>
                <a:path w="762948" h="514469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r="-4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172950" y="5778677"/>
            <a:ext cx="4924589" cy="3320734"/>
            <a:chOff x="0" y="0"/>
            <a:chExt cx="762948" cy="5144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2948" cy="514469"/>
            </a:xfrm>
            <a:custGeom>
              <a:avLst/>
              <a:gdLst/>
              <a:ahLst/>
              <a:cxnLst/>
              <a:rect l="l" t="t" r="r" b="b"/>
              <a:pathLst>
                <a:path w="762948" h="514469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r="-4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590906" y="740259"/>
            <a:ext cx="5828944" cy="463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9000" spc="-270">
                <a:solidFill>
                  <a:srgbClr val="0D1786"/>
                </a:solidFill>
                <a:latin typeface="DM Sans"/>
                <a:ea typeface="DM Sans"/>
                <a:cs typeface="DM Sans"/>
                <a:sym typeface="DM Sans"/>
              </a:rPr>
              <a:t>Template 2 – Research Report Style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431758" y="1028700"/>
            <a:ext cx="3436392" cy="2593206"/>
            <a:chOff x="0" y="0"/>
            <a:chExt cx="4581856" cy="3457608"/>
          </a:xfrm>
        </p:grpSpPr>
        <p:sp>
          <p:nvSpPr>
            <p:cNvPr id="14" name="TextBox 14"/>
            <p:cNvSpPr txBox="1"/>
            <p:nvPr/>
          </p:nvSpPr>
          <p:spPr>
            <a:xfrm>
              <a:off x="0" y="76200"/>
              <a:ext cx="4581856" cy="1432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50"/>
                </a:lnSpc>
              </a:pPr>
              <a:r>
                <a:rPr lang="en-US" sz="4050" spc="-121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Data Organization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822483"/>
              <a:ext cx="4581856" cy="163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Structured slides facilitate clear presentation of research findings and methodologies.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431758" y="5778677"/>
            <a:ext cx="3436392" cy="2592692"/>
            <a:chOff x="0" y="0"/>
            <a:chExt cx="4581856" cy="3456923"/>
          </a:xfrm>
        </p:grpSpPr>
        <p:sp>
          <p:nvSpPr>
            <p:cNvPr id="17" name="TextBox 17"/>
            <p:cNvSpPr txBox="1"/>
            <p:nvPr/>
          </p:nvSpPr>
          <p:spPr>
            <a:xfrm>
              <a:off x="0" y="76200"/>
              <a:ext cx="4581856" cy="1432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50"/>
                </a:lnSpc>
              </a:pPr>
              <a:r>
                <a:rPr lang="en-US" sz="4050" spc="-121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Visual Representation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821798"/>
              <a:ext cx="4581856" cy="163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Incorporating clean charts enhances comprehension of complex data for the audience.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65581" y="578334"/>
            <a:ext cx="9621783" cy="4425067"/>
            <a:chOff x="0" y="0"/>
            <a:chExt cx="2534132" cy="1165450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0D178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65581" y="5290433"/>
            <a:ext cx="9621783" cy="4425067"/>
            <a:chOff x="0" y="0"/>
            <a:chExt cx="2534132" cy="1165450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0D178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1028700"/>
            <a:ext cx="4924589" cy="3320734"/>
            <a:chOff x="0" y="0"/>
            <a:chExt cx="762948" cy="5144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948" cy="514469"/>
            </a:xfrm>
            <a:custGeom>
              <a:avLst/>
              <a:gdLst/>
              <a:ahLst/>
              <a:cxnLst/>
              <a:rect l="l" t="t" r="r" b="b"/>
              <a:pathLst>
                <a:path w="762948" h="514469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r="-4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172950" y="5778677"/>
            <a:ext cx="4924589" cy="3320734"/>
            <a:chOff x="0" y="0"/>
            <a:chExt cx="762948" cy="5144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2948" cy="514469"/>
            </a:xfrm>
            <a:custGeom>
              <a:avLst/>
              <a:gdLst/>
              <a:ahLst/>
              <a:cxnLst/>
              <a:rect l="l" t="t" r="r" b="b"/>
              <a:pathLst>
                <a:path w="762948" h="514469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r="-4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590906" y="730734"/>
            <a:ext cx="5828944" cy="323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25"/>
              </a:lnSpc>
            </a:pPr>
            <a:r>
              <a:rPr lang="en-US" sz="8325" spc="-249">
                <a:solidFill>
                  <a:srgbClr val="0D1786"/>
                </a:solidFill>
                <a:latin typeface="DM Sans"/>
                <a:ea typeface="DM Sans"/>
                <a:cs typeface="DM Sans"/>
                <a:sym typeface="DM Sans"/>
              </a:rPr>
              <a:t>Creative Project Presentation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431758" y="1028700"/>
            <a:ext cx="3436392" cy="2414136"/>
            <a:chOff x="0" y="0"/>
            <a:chExt cx="4581856" cy="3218848"/>
          </a:xfrm>
        </p:grpSpPr>
        <p:sp>
          <p:nvSpPr>
            <p:cNvPr id="14" name="TextBox 14"/>
            <p:cNvSpPr txBox="1"/>
            <p:nvPr/>
          </p:nvSpPr>
          <p:spPr>
            <a:xfrm>
              <a:off x="0" y="76200"/>
              <a:ext cx="4581856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500" spc="-13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Visual Elements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990123"/>
              <a:ext cx="4581856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Utilize </a:t>
              </a:r>
              <a:r>
                <a:rPr lang="en-US" sz="2000" b="1" u="none" strike="noStrik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stunning visuals</a:t>
              </a:r>
              <a:r>
                <a:rPr lang="en-US" sz="2000" u="none" strike="noStrike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 to convey ideas and engage the audience effectively.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431758" y="5778677"/>
            <a:ext cx="3436392" cy="2413622"/>
            <a:chOff x="0" y="0"/>
            <a:chExt cx="4581856" cy="3218163"/>
          </a:xfrm>
        </p:grpSpPr>
        <p:sp>
          <p:nvSpPr>
            <p:cNvPr id="17" name="TextBox 17"/>
            <p:cNvSpPr txBox="1"/>
            <p:nvPr/>
          </p:nvSpPr>
          <p:spPr>
            <a:xfrm>
              <a:off x="0" y="76200"/>
              <a:ext cx="4581856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500" spc="-13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Process Steps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989438"/>
              <a:ext cx="4581856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Clearly outline project stages using </a:t>
              </a:r>
              <a:r>
                <a:rPr lang="en-US" sz="2000" b="1" u="none" strike="noStrik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simple icons</a:t>
              </a:r>
              <a:r>
                <a:rPr lang="en-US" sz="2000" u="none" strike="noStrike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 and minimal text for clarity.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5750" y="281765"/>
            <a:ext cx="9144000" cy="9719755"/>
            <a:chOff x="0" y="0"/>
            <a:chExt cx="812800" cy="8639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63978"/>
            </a:xfrm>
            <a:custGeom>
              <a:avLst/>
              <a:gdLst/>
              <a:ahLst/>
              <a:cxnLst/>
              <a:rect l="l" t="t" r="r" b="b"/>
              <a:pathLst>
                <a:path w="812800" h="863978">
                  <a:moveTo>
                    <a:pt x="25400" y="0"/>
                  </a:moveTo>
                  <a:lnTo>
                    <a:pt x="787400" y="0"/>
                  </a:lnTo>
                  <a:cubicBezTo>
                    <a:pt x="801428" y="0"/>
                    <a:pt x="812800" y="11372"/>
                    <a:pt x="812800" y="25400"/>
                  </a:cubicBezTo>
                  <a:lnTo>
                    <a:pt x="812800" y="838578"/>
                  </a:lnTo>
                  <a:cubicBezTo>
                    <a:pt x="812800" y="845315"/>
                    <a:pt x="810124" y="851775"/>
                    <a:pt x="805361" y="856539"/>
                  </a:cubicBezTo>
                  <a:cubicBezTo>
                    <a:pt x="800597" y="861302"/>
                    <a:pt x="794137" y="863978"/>
                    <a:pt x="787400" y="863978"/>
                  </a:cubicBezTo>
                  <a:lnTo>
                    <a:pt x="25400" y="863978"/>
                  </a:lnTo>
                  <a:cubicBezTo>
                    <a:pt x="11372" y="863978"/>
                    <a:pt x="0" y="852606"/>
                    <a:pt x="0" y="838578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blipFill>
              <a:blip r:embed="rId2"/>
              <a:stretch>
                <a:fillRect t="-241" b="-24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38018" y="3422579"/>
            <a:ext cx="7966344" cy="3103437"/>
            <a:chOff x="0" y="0"/>
            <a:chExt cx="2101075" cy="818513"/>
          </a:xfrm>
        </p:grpSpPr>
        <p:sp>
          <p:nvSpPr>
            <p:cNvPr id="5" name="Freeform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01075" cy="818513"/>
            </a:xfrm>
            <a:custGeom>
              <a:avLst/>
              <a:gdLst/>
              <a:ahLst/>
              <a:cxnLst/>
              <a:rect l="l" t="t" r="r" b="b"/>
              <a:pathLst>
                <a:path w="2101075" h="818513">
                  <a:moveTo>
                    <a:pt x="29155" y="0"/>
                  </a:moveTo>
                  <a:lnTo>
                    <a:pt x="2071920" y="0"/>
                  </a:lnTo>
                  <a:cubicBezTo>
                    <a:pt x="2079653" y="0"/>
                    <a:pt x="2087068" y="3072"/>
                    <a:pt x="2092536" y="8539"/>
                  </a:cubicBezTo>
                  <a:cubicBezTo>
                    <a:pt x="2098004" y="14007"/>
                    <a:pt x="2101075" y="21423"/>
                    <a:pt x="2101075" y="29155"/>
                  </a:cubicBezTo>
                  <a:lnTo>
                    <a:pt x="2101075" y="789358"/>
                  </a:lnTo>
                  <a:cubicBezTo>
                    <a:pt x="2101075" y="797090"/>
                    <a:pt x="2098004" y="804506"/>
                    <a:pt x="2092536" y="809974"/>
                  </a:cubicBezTo>
                  <a:cubicBezTo>
                    <a:pt x="2087068" y="815441"/>
                    <a:pt x="2079653" y="818513"/>
                    <a:pt x="2071920" y="818513"/>
                  </a:cubicBezTo>
                  <a:lnTo>
                    <a:pt x="29155" y="818513"/>
                  </a:lnTo>
                  <a:cubicBezTo>
                    <a:pt x="21423" y="818513"/>
                    <a:pt x="14007" y="815441"/>
                    <a:pt x="8539" y="809974"/>
                  </a:cubicBezTo>
                  <a:cubicBezTo>
                    <a:pt x="3072" y="804506"/>
                    <a:pt x="0" y="797090"/>
                    <a:pt x="0" y="789358"/>
                  </a:cubicBezTo>
                  <a:lnTo>
                    <a:pt x="0" y="29155"/>
                  </a:lnTo>
                  <a:cubicBezTo>
                    <a:pt x="0" y="21423"/>
                    <a:pt x="3072" y="14007"/>
                    <a:pt x="8539" y="8539"/>
                  </a:cubicBezTo>
                  <a:cubicBezTo>
                    <a:pt x="14007" y="3072"/>
                    <a:pt x="21423" y="0"/>
                    <a:pt x="29155" y="0"/>
                  </a:cubicBezTo>
                  <a:close/>
                </a:path>
              </a:pathLst>
            </a:custGeom>
            <a:solidFill>
              <a:srgbClr val="0D1786"/>
            </a:solidFill>
            <a:ln w="4762" cap="rnd">
              <a:solidFill>
                <a:srgbClr val="E0E1E3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101075" cy="818513"/>
            </a:xfrm>
            <a:prstGeom prst="rect">
              <a:avLst/>
            </a:prstGeom>
          </p:spPr>
          <p:txBody>
            <a:bodyPr lIns="31202" tIns="31202" rIns="31202" bIns="31202" rtlCol="0" anchor="ctr"/>
            <a:lstStyle/>
            <a:p>
              <a:pPr marL="0" lvl="0" indent="0" algn="ctr">
                <a:lnSpc>
                  <a:spcPts val="46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8191990" y="4033541"/>
            <a:ext cx="1881515" cy="1881515"/>
            <a:chOff x="0" y="0"/>
            <a:chExt cx="6210300" cy="6210300"/>
          </a:xfrm>
        </p:grpSpPr>
        <p:sp>
          <p:nvSpPr>
            <p:cNvPr id="8" name="Freeform 8"/>
            <p:cNvSpPr/>
            <p:nvPr/>
          </p:nvSpPr>
          <p:spPr>
            <a:xfrm>
              <a:off x="317500" y="317500"/>
              <a:ext cx="5575300" cy="5575300"/>
            </a:xfrm>
            <a:custGeom>
              <a:avLst/>
              <a:gdLst/>
              <a:ahLst/>
              <a:cxnLst/>
              <a:rect l="l" t="t" r="r" b="b"/>
              <a:pathLst>
                <a:path w="5575300" h="5575300">
                  <a:moveTo>
                    <a:pt x="5575300" y="2787650"/>
                  </a:moveTo>
                  <a:cubicBezTo>
                    <a:pt x="5575300" y="4326890"/>
                    <a:pt x="4326890" y="5575300"/>
                    <a:pt x="2787650" y="5575300"/>
                  </a:cubicBezTo>
                  <a:cubicBezTo>
                    <a:pt x="1248410" y="5575300"/>
                    <a:pt x="0" y="4326890"/>
                    <a:pt x="0" y="2787650"/>
                  </a:cubicBezTo>
                  <a:cubicBezTo>
                    <a:pt x="0" y="1248410"/>
                    <a:pt x="1248410" y="0"/>
                    <a:pt x="2787650" y="0"/>
                  </a:cubicBezTo>
                  <a:cubicBezTo>
                    <a:pt x="4326890" y="0"/>
                    <a:pt x="5575300" y="1248410"/>
                    <a:pt x="5575300" y="278765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6210300" cy="6210300"/>
            </a:xfrm>
            <a:custGeom>
              <a:avLst/>
              <a:gdLst/>
              <a:ahLst/>
              <a:cxnLst/>
              <a:rect l="l" t="t" r="r" b="b"/>
              <a:pathLst>
                <a:path w="6210300" h="6210300">
                  <a:moveTo>
                    <a:pt x="3105150" y="317500"/>
                  </a:moveTo>
                  <a:cubicBezTo>
                    <a:pt x="3481070" y="317500"/>
                    <a:pt x="3846830" y="391160"/>
                    <a:pt x="4189730" y="535940"/>
                  </a:cubicBezTo>
                  <a:cubicBezTo>
                    <a:pt x="4521200" y="676910"/>
                    <a:pt x="4819650" y="877570"/>
                    <a:pt x="5076190" y="1134110"/>
                  </a:cubicBezTo>
                  <a:cubicBezTo>
                    <a:pt x="5332730" y="1390650"/>
                    <a:pt x="5533390" y="1687830"/>
                    <a:pt x="5674360" y="2020570"/>
                  </a:cubicBezTo>
                  <a:cubicBezTo>
                    <a:pt x="5819140" y="2363470"/>
                    <a:pt x="5892800" y="2729230"/>
                    <a:pt x="5892800" y="3105150"/>
                  </a:cubicBezTo>
                  <a:cubicBezTo>
                    <a:pt x="5892800" y="3481070"/>
                    <a:pt x="5819141" y="3846830"/>
                    <a:pt x="5674360" y="4189730"/>
                  </a:cubicBezTo>
                  <a:cubicBezTo>
                    <a:pt x="5533390" y="4521200"/>
                    <a:pt x="5332730" y="4819650"/>
                    <a:pt x="5076190" y="5076190"/>
                  </a:cubicBezTo>
                  <a:cubicBezTo>
                    <a:pt x="4819650" y="5332730"/>
                    <a:pt x="4522470" y="5533390"/>
                    <a:pt x="4189730" y="5674360"/>
                  </a:cubicBezTo>
                  <a:cubicBezTo>
                    <a:pt x="3846830" y="5819140"/>
                    <a:pt x="3481070" y="5892800"/>
                    <a:pt x="3105150" y="5892800"/>
                  </a:cubicBezTo>
                  <a:cubicBezTo>
                    <a:pt x="2729230" y="5892800"/>
                    <a:pt x="2363470" y="5819141"/>
                    <a:pt x="2020570" y="5674360"/>
                  </a:cubicBezTo>
                  <a:cubicBezTo>
                    <a:pt x="1689100" y="5533390"/>
                    <a:pt x="1390650" y="5332730"/>
                    <a:pt x="1134110" y="5076190"/>
                  </a:cubicBezTo>
                  <a:cubicBezTo>
                    <a:pt x="877570" y="4819650"/>
                    <a:pt x="676910" y="4522470"/>
                    <a:pt x="535940" y="4189730"/>
                  </a:cubicBezTo>
                  <a:cubicBezTo>
                    <a:pt x="391160" y="3846830"/>
                    <a:pt x="317500" y="3481070"/>
                    <a:pt x="317500" y="3105150"/>
                  </a:cubicBezTo>
                  <a:cubicBezTo>
                    <a:pt x="317500" y="2729230"/>
                    <a:pt x="391160" y="2363470"/>
                    <a:pt x="535940" y="2020570"/>
                  </a:cubicBezTo>
                  <a:cubicBezTo>
                    <a:pt x="676910" y="1689100"/>
                    <a:pt x="877570" y="1390650"/>
                    <a:pt x="1134110" y="1134110"/>
                  </a:cubicBezTo>
                  <a:cubicBezTo>
                    <a:pt x="1390650" y="877570"/>
                    <a:pt x="1687830" y="676910"/>
                    <a:pt x="2020570" y="535940"/>
                  </a:cubicBezTo>
                  <a:cubicBezTo>
                    <a:pt x="2363470" y="391160"/>
                    <a:pt x="2729231" y="317500"/>
                    <a:pt x="3105150" y="317500"/>
                  </a:cubicBezTo>
                  <a:moveTo>
                    <a:pt x="3105150" y="0"/>
                  </a:moveTo>
                  <a:cubicBezTo>
                    <a:pt x="1390650" y="0"/>
                    <a:pt x="0" y="1390650"/>
                    <a:pt x="0" y="3105150"/>
                  </a:cubicBezTo>
                  <a:cubicBezTo>
                    <a:pt x="0" y="4819650"/>
                    <a:pt x="1390650" y="6210300"/>
                    <a:pt x="3105150" y="6210300"/>
                  </a:cubicBezTo>
                  <a:cubicBezTo>
                    <a:pt x="4819650" y="6210300"/>
                    <a:pt x="6210300" y="4819650"/>
                    <a:pt x="6210300" y="3105150"/>
                  </a:cubicBezTo>
                  <a:cubicBezTo>
                    <a:pt x="6210300" y="1390650"/>
                    <a:pt x="4819650" y="0"/>
                    <a:pt x="3105150" y="0"/>
                  </a:cubicBezTo>
                  <a:lnTo>
                    <a:pt x="3105150" y="0"/>
                  </a:lnTo>
                  <a:close/>
                </a:path>
              </a:pathLst>
            </a:custGeom>
            <a:solidFill>
              <a:srgbClr val="D4DAE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429875" y="4205565"/>
            <a:ext cx="4619625" cy="1788673"/>
            <a:chOff x="0" y="0"/>
            <a:chExt cx="6159500" cy="238489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384772"/>
              <a:ext cx="6159500" cy="1000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299"/>
                </a:lnSpc>
                <a:spcBef>
                  <a:spcPct val="0"/>
                </a:spcBef>
              </a:pPr>
              <a:r>
                <a:rPr lang="en-US" sz="4500" spc="-89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Any questions?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6159500" cy="1306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05"/>
                </a:lnSpc>
              </a:pPr>
              <a:r>
                <a:rPr lang="en-US" sz="2861" b="1" spc="-28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Presenter Name</a:t>
              </a:r>
            </a:p>
            <a:p>
              <a:pPr marL="0" lvl="0" indent="0" algn="l">
                <a:lnSpc>
                  <a:spcPts val="4005"/>
                </a:lnSpc>
              </a:pPr>
              <a:r>
                <a:rPr lang="en-US" sz="2861" b="1" spc="-28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[name here]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Custom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DM Sans Bold</vt:lpstr>
      <vt:lpstr>Arial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Student Assignment Templates</dc:title>
  <dc:creator>PADMANAVA</dc:creator>
  <dc:description>Presentation - Student Assignment Templates</dc:description>
  <cp:lastModifiedBy>mojumderpadmanava@gmail.com</cp:lastModifiedBy>
  <cp:revision>1</cp:revision>
  <dcterms:created xsi:type="dcterms:W3CDTF">2006-08-16T00:00:00Z</dcterms:created>
  <dcterms:modified xsi:type="dcterms:W3CDTF">2025-10-18T05:24:41Z</dcterms:modified>
  <dc:identifier>DAG136CKf_0</dc:identifier>
</cp:coreProperties>
</file>