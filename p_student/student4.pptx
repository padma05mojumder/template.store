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yutro Sans" panose="020B0604020202020204" charset="0"/>
      <p:regular r:id="rId19"/>
    </p:embeddedFont>
    <p:embeddedFont>
      <p:font typeface="Nyutro Sans Bold" panose="020B0604020202020204" charset="0"/>
      <p:regular r:id="rId20"/>
    </p:embeddedFont>
    <p:embeddedFont>
      <p:font typeface="Nyutro Sans Heavy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1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6725825"/>
            <a:chOff x="0" y="0"/>
            <a:chExt cx="13017500" cy="8967767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017500" cy="813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000"/>
                </a:lnSpc>
              </a:pPr>
              <a:r>
                <a:rPr lang="en-US" sz="15000" b="1" spc="-150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PowerPoint Templates Simplified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234342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[Your Name]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Assignment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98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72950" y="4248150"/>
            <a:ext cx="1884131" cy="89068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9000" b="1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Purpose &amp; Use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6038850"/>
            <a:ext cx="5448300" cy="1917700"/>
            <a:chOff x="0" y="0"/>
            <a:chExt cx="7264400" cy="2556933"/>
          </a:xfrm>
        </p:grpSpPr>
        <p:sp>
          <p:nvSpPr>
            <p:cNvPr id="6" name="TextBox 6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Clean Templates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Structured layouts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User-friendly design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6038850"/>
            <a:ext cx="5448300" cy="1917700"/>
            <a:chOff x="0" y="0"/>
            <a:chExt cx="7264400" cy="2556933"/>
          </a:xfrm>
        </p:grpSpPr>
        <p:sp>
          <p:nvSpPr>
            <p:cNvPr id="9" name="TextBox 9"/>
            <p:cNvSpPr txBox="1"/>
            <p:nvPr/>
          </p:nvSpPr>
          <p:spPr>
            <a:xfrm>
              <a:off x="0" y="38100"/>
              <a:ext cx="7264400" cy="1181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Key Features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779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Ample white space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Clear typography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Assignment Examples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67218"/>
            <a:chOff x="0" y="0"/>
            <a:chExt cx="4805315" cy="248962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1155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5925" b="1" spc="-59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Title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3106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Space for title and details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867218"/>
            <a:chOff x="0" y="0"/>
            <a:chExt cx="4042139" cy="248962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1155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5925" b="1" spc="-59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Content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106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Main ideas or research points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867218"/>
            <a:chOff x="0" y="0"/>
            <a:chExt cx="4042139" cy="248962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1155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5925" b="1" spc="-59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Image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106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Placeholder for visuals and captions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867218"/>
            <a:chOff x="0" y="0"/>
            <a:chExt cx="4033431" cy="248962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1155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5925" b="1" spc="-59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Summary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31064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Concluding thoughts or reflections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Basic Assignment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5372100"/>
            <a:chOff x="0" y="0"/>
            <a:chExt cx="844084" cy="832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5372100"/>
            <a:chOff x="0" y="0"/>
            <a:chExt cx="844084" cy="8322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r="-17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5372100"/>
            <a:chOff x="0" y="0"/>
            <a:chExt cx="844084" cy="832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r="-17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1201400" cy="2819437"/>
            <a:chOff x="0" y="0"/>
            <a:chExt cx="14935200" cy="3759250"/>
          </a:xfrm>
        </p:grpSpPr>
        <p:sp>
          <p:nvSpPr>
            <p:cNvPr id="9" name="TextBox 9"/>
            <p:cNvSpPr txBox="1"/>
            <p:nvPr/>
          </p:nvSpPr>
          <p:spPr>
            <a:xfrm>
              <a:off x="0" y="76200"/>
              <a:ext cx="148971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Basic Assignment Structure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164466"/>
              <a:ext cx="149352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Simple layout for effective student presentations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21450"/>
            <a:ext cx="6886575" cy="30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Utilizing </a:t>
            </a: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minimalist PowerPoint templates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enhances student presentations. Key benefits include: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Clear structure for assignments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Easy customization for various subjects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Encouragement of creativity through visual emphasis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Conclusion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Research Report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Clean layout for clarity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Organized sections for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Minimalist graphics for focus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Research Report Template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666750"/>
            <a:ext cx="5448300" cy="8953500"/>
            <a:chOff x="0" y="0"/>
            <a:chExt cx="1474378" cy="2422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4379" cy="2422942"/>
            </a:xfrm>
            <a:custGeom>
              <a:avLst/>
              <a:gdLst/>
              <a:ahLst/>
              <a:cxnLst/>
              <a:rect l="l" t="t" r="r" b="b"/>
              <a:pathLst>
                <a:path w="1474379" h="2422942">
                  <a:moveTo>
                    <a:pt x="986937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245268"/>
                  </a:lnTo>
                  <a:cubicBezTo>
                    <a:pt x="0" y="2343394"/>
                    <a:pt x="79547" y="2422941"/>
                    <a:pt x="177673" y="2422941"/>
                  </a:cubicBezTo>
                  <a:lnTo>
                    <a:pt x="1296706" y="2422941"/>
                  </a:lnTo>
                  <a:cubicBezTo>
                    <a:pt x="1394832" y="2422941"/>
                    <a:pt x="1474379" y="2343394"/>
                    <a:pt x="1474379" y="2245268"/>
                  </a:cubicBezTo>
                  <a:lnTo>
                    <a:pt x="1474379" y="523958"/>
                  </a:lnTo>
                  <a:cubicBezTo>
                    <a:pt x="1474379" y="480251"/>
                    <a:pt x="1458269" y="438079"/>
                    <a:pt x="1429130" y="405503"/>
                  </a:cubicBezTo>
                  <a:lnTo>
                    <a:pt x="1119353" y="59214"/>
                  </a:lnTo>
                  <a:cubicBezTo>
                    <a:pt x="1085649" y="21536"/>
                    <a:pt x="1037490" y="0"/>
                    <a:pt x="986937" y="0"/>
                  </a:cubicBezTo>
                  <a:close/>
                </a:path>
              </a:pathLst>
            </a:custGeom>
            <a:blipFill>
              <a:blip r:embed="rId2"/>
              <a:stretch>
                <a:fillRect t="-289" b="-28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95325" y="666750"/>
            <a:ext cx="6858000" cy="3384550"/>
            <a:chOff x="0" y="0"/>
            <a:chExt cx="9144000" cy="451273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 Presentation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33750"/>
              <a:ext cx="91440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Minimalist charts enhance clarity and understanding.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11225" y="666750"/>
            <a:ext cx="5306574" cy="8953500"/>
            <a:chOff x="0" y="0"/>
            <a:chExt cx="822127" cy="1387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127" cy="1387131"/>
            </a:xfrm>
            <a:custGeom>
              <a:avLst/>
              <a:gdLst/>
              <a:ahLst/>
              <a:cxnLst/>
              <a:rect l="l" t="t" r="r" b="b"/>
              <a:pathLst>
                <a:path w="822127" h="1387131">
                  <a:moveTo>
                    <a:pt x="100666" y="0"/>
                  </a:moveTo>
                  <a:lnTo>
                    <a:pt x="721461" y="0"/>
                  </a:lnTo>
                  <a:cubicBezTo>
                    <a:pt x="748159" y="0"/>
                    <a:pt x="773764" y="10606"/>
                    <a:pt x="792643" y="29484"/>
                  </a:cubicBezTo>
                  <a:cubicBezTo>
                    <a:pt x="811521" y="48363"/>
                    <a:pt x="822127" y="73968"/>
                    <a:pt x="822127" y="100666"/>
                  </a:cubicBezTo>
                  <a:lnTo>
                    <a:pt x="822127" y="1286465"/>
                  </a:lnTo>
                  <a:cubicBezTo>
                    <a:pt x="822127" y="1342062"/>
                    <a:pt x="777057" y="1387131"/>
                    <a:pt x="721461" y="1387131"/>
                  </a:cubicBezTo>
                  <a:lnTo>
                    <a:pt x="100666" y="1387131"/>
                  </a:lnTo>
                  <a:cubicBezTo>
                    <a:pt x="45070" y="1387131"/>
                    <a:pt x="0" y="1342062"/>
                    <a:pt x="0" y="1286465"/>
                  </a:cubicBezTo>
                  <a:lnTo>
                    <a:pt x="0" y="100666"/>
                  </a:lnTo>
                  <a:cubicBezTo>
                    <a:pt x="0" y="45070"/>
                    <a:pt x="45070" y="0"/>
                    <a:pt x="100666" y="0"/>
                  </a:cubicBezTo>
                  <a:close/>
                </a:path>
              </a:pathLst>
            </a:custGeom>
            <a:blipFill>
              <a:blip r:embed="rId3"/>
              <a:stretch>
                <a:fillRect t="-440" b="-44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Creative Project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835900"/>
            <a:ext cx="6886575" cy="178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Emphasize </a:t>
            </a: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white space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for a clean look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Use </a:t>
            </a: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minimal text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to draw focus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Highlight visuals for effective communication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Incorporate engaging images for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Creativity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407795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Timeline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267200"/>
            <a:ext cx="401002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6000" b="1" u="none" strike="noStrike" spc="-60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Research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6838950"/>
            <a:ext cx="4010025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Gather necessary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75" y="4267200"/>
            <a:ext cx="401002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6000" b="1" u="none" strike="noStrike" spc="-60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Planning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81575" y="6838950"/>
            <a:ext cx="401002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Outline project structure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4267200"/>
            <a:ext cx="401002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6000" b="1" u="none" strike="noStrike" spc="-60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Execution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1225" y="4267200"/>
            <a:ext cx="401002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6000" b="1" u="none" strike="noStrike" spc="-60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0" y="6838950"/>
            <a:ext cx="401002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Implement project tasks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11225" y="6838950"/>
            <a:ext cx="401002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Finalize and assess outcomes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800225" y="6038850"/>
            <a:ext cx="17870997" cy="0"/>
          </a:xfrm>
          <a:prstGeom prst="line">
            <a:avLst/>
          </a:prstGeom>
          <a:ln w="57150" cap="flat">
            <a:solidFill>
              <a:srgbClr val="FAFC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666750" y="55889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981575" y="565089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296400" y="565089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11225" y="565089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Argumentative Essay Layout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AFCFB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Argumentative Essay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740535"/>
            <a:chOff x="0" y="0"/>
            <a:chExt cx="4805315" cy="232071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Introduction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1417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Establishes the main argument clearly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740535"/>
            <a:chOff x="0" y="0"/>
            <a:chExt cx="4042139" cy="232071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Arguments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417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Provides supporting evidence effectively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2321560"/>
            <a:chOff x="0" y="0"/>
            <a:chExt cx="4042139" cy="309541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1760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Counterarguments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91643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Addresses opposing views thoughtfully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740535"/>
            <a:chOff x="0" y="0"/>
            <a:chExt cx="4033431" cy="232071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986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0"/>
                </a:lnSpc>
              </a:pPr>
              <a:r>
                <a:rPr lang="en-US" sz="5100" b="1" spc="-5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Conclusion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14173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Summarizes key points persuasively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083300"/>
            <a:ext cx="6886575" cy="353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Use divider slides for </a:t>
            </a: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clear transitions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between sections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Incorporate section headers to guide your audience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Maintain consistency in design for a professional appearance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Aim for balance between text and visuals to enhance understanding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Clarity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7773" y="6934200"/>
            <a:ext cx="19247032" cy="4815863"/>
            <a:chOff x="0" y="0"/>
            <a:chExt cx="5069177" cy="1268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9177" cy="1268375"/>
            </a:xfrm>
            <a:custGeom>
              <a:avLst/>
              <a:gdLst/>
              <a:ahLst/>
              <a:cxnLst/>
              <a:rect l="l" t="t" r="r" b="b"/>
              <a:pathLst>
                <a:path w="5069177" h="1268375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FAFCF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829550"/>
            <a:ext cx="4010025" cy="904575"/>
            <a:chOff x="0" y="0"/>
            <a:chExt cx="5346700" cy="1206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7829550"/>
            <a:ext cx="4010025" cy="904575"/>
            <a:chOff x="0" y="0"/>
            <a:chExt cx="5346700" cy="1206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@reallygreatsite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 Media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829550"/>
            <a:ext cx="4010025" cy="904575"/>
            <a:chOff x="0" y="0"/>
            <a:chExt cx="5346700" cy="1206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123-456-7890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Phone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Custom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Nyutro Sans Heavy</vt:lpstr>
      <vt:lpstr>Arial</vt:lpstr>
      <vt:lpstr>Calibri</vt:lpstr>
      <vt:lpstr>Nyutro Sans</vt:lpstr>
      <vt:lpstr>Nyutro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PowerPoint Templates Simplified</dc:title>
  <dc:creator>PADMANAVA</dc:creator>
  <dc:description>Presentation - PowerPoint Templates Simplified</dc:description>
  <cp:lastModifiedBy>mojumderpadmanava@gmail.com</cp:lastModifiedBy>
  <cp:revision>1</cp:revision>
  <dcterms:created xsi:type="dcterms:W3CDTF">2006-08-16T00:00:00Z</dcterms:created>
  <dcterms:modified xsi:type="dcterms:W3CDTF">2025-10-18T05:26:17Z</dcterms:modified>
  <dc:identifier>DAG134CIoyI</dc:identifier>
</cp:coreProperties>
</file>