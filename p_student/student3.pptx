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Inclusive Sans" panose="020B0604020202020204" charset="0"/>
      <p:regular r:id="rId9"/>
    </p:embeddedFont>
    <p:embeddedFont>
      <p:font typeface="Inclusive Sans Bold" panose="020B0604020202020204" charset="0"/>
      <p:regular r:id="rId10"/>
    </p:embeddedFont>
    <p:embeddedFont>
      <p:font typeface="Lovelace Text" panose="020B0604020202020204" charset="0"/>
      <p:regular r:id="rId11"/>
    </p:embeddedFont>
    <p:embeddedFont>
      <p:font typeface="Lovelace Tex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6038850"/>
            <a:chOff x="0" y="0"/>
            <a:chExt cx="1008163" cy="677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8163" cy="677092"/>
            </a:xfrm>
            <a:custGeom>
              <a:avLst/>
              <a:gdLst/>
              <a:ahLst/>
              <a:cxnLst/>
              <a:rect l="l" t="t" r="r" b="b"/>
              <a:pathLst>
                <a:path w="1008163" h="677092">
                  <a:moveTo>
                    <a:pt x="0" y="0"/>
                  </a:moveTo>
                  <a:lnTo>
                    <a:pt x="1008163" y="0"/>
                  </a:lnTo>
                  <a:lnTo>
                    <a:pt x="1008163" y="677092"/>
                  </a:lnTo>
                  <a:lnTo>
                    <a:pt x="0" y="677092"/>
                  </a:lnTo>
                  <a:close/>
                </a:path>
              </a:pathLst>
            </a:custGeom>
            <a:blipFill>
              <a:blip r:embed="rId2"/>
              <a:stretch>
                <a:fillRect l="-307" r="-30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038850"/>
            <a:ext cx="7191375" cy="3581400"/>
            <a:chOff x="0" y="0"/>
            <a:chExt cx="1185479" cy="5903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5479" cy="590384"/>
            </a:xfrm>
            <a:custGeom>
              <a:avLst/>
              <a:gdLst/>
              <a:ahLst/>
              <a:cxnLst/>
              <a:rect l="l" t="t" r="r" b="b"/>
              <a:pathLst>
                <a:path w="1185479" h="590384">
                  <a:moveTo>
                    <a:pt x="0" y="0"/>
                  </a:moveTo>
                  <a:lnTo>
                    <a:pt x="1185479" y="0"/>
                  </a:lnTo>
                  <a:lnTo>
                    <a:pt x="1185479" y="590384"/>
                  </a:lnTo>
                  <a:lnTo>
                    <a:pt x="0" y="590384"/>
                  </a:lnTo>
                  <a:close/>
                </a:path>
              </a:pathLst>
            </a:custGeom>
            <a:blipFill>
              <a:blip r:embed="rId3"/>
              <a:stretch>
                <a:fillRect l="-177" r="-17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296400" y="7381889"/>
            <a:ext cx="7962900" cy="895323"/>
            <a:chOff x="0" y="0"/>
            <a:chExt cx="10617200" cy="1193764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106172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Effective Tools for Student Success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99946"/>
              <a:ext cx="106172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Presenter Name Here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6750" y="847725"/>
            <a:ext cx="8324850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00"/>
              </a:lnSpc>
            </a:pPr>
            <a:r>
              <a:rPr lang="en-US" sz="10500">
                <a:solidFill>
                  <a:srgbClr val="1F2937"/>
                </a:solidFill>
                <a:latin typeface="Lovelace Text"/>
                <a:ea typeface="Lovelace Text"/>
                <a:cs typeface="Lovelace Text"/>
                <a:sym typeface="Lovelace Text"/>
              </a:rPr>
              <a:t>PowerPoint Templates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274696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9333"/>
            </a:xfrm>
            <a:custGeom>
              <a:avLst/>
              <a:gdLst/>
              <a:ahLst/>
              <a:cxnLst/>
              <a:rect l="l" t="t" r="r" b="b"/>
              <a:pathLst>
                <a:path w="2746963" h="270933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31079" y="666750"/>
            <a:ext cx="9090171" cy="8953500"/>
            <a:chOff x="0" y="0"/>
            <a:chExt cx="1082836" cy="10665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2836" cy="1066556"/>
            </a:xfrm>
            <a:custGeom>
              <a:avLst/>
              <a:gdLst/>
              <a:ahLst/>
              <a:cxnLst/>
              <a:rect l="l" t="t" r="r" b="b"/>
              <a:pathLst>
                <a:path w="1082836" h="106655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r="-12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819150"/>
            <a:ext cx="6886575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>
                <a:solidFill>
                  <a:srgbClr val="1F2937"/>
                </a:solidFill>
                <a:latin typeface="Lovelace Text"/>
                <a:ea typeface="Lovelace Text"/>
                <a:cs typeface="Lovelace Text"/>
                <a:sym typeface="Lovelace Text"/>
              </a:rPr>
              <a:t>Purpose and Use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6819528"/>
            <a:ext cx="5448300" cy="2800722"/>
            <a:chOff x="0" y="0"/>
            <a:chExt cx="7264400" cy="3734296"/>
          </a:xfrm>
        </p:grpSpPr>
        <p:sp>
          <p:nvSpPr>
            <p:cNvPr id="9" name="TextBox 9"/>
            <p:cNvSpPr txBox="1"/>
            <p:nvPr/>
          </p:nvSpPr>
          <p:spPr>
            <a:xfrm>
              <a:off x="0" y="2199078"/>
              <a:ext cx="72644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Assignment templates aim to provide </a:t>
              </a:r>
              <a:r>
                <a:rPr lang="en-US" sz="2199" b="1">
                  <a:solidFill>
                    <a:srgbClr val="1F2937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students with structured</a:t>
              </a: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and visually appealing formats.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Creating Effective PowerPoint Templates for Student Assignments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562141"/>
            <a:ext cx="6886575" cy="1790646"/>
            <a:chOff x="0" y="0"/>
            <a:chExt cx="9182100" cy="2387528"/>
          </a:xfrm>
        </p:grpSpPr>
        <p:sp>
          <p:nvSpPr>
            <p:cNvPr id="3" name="TextBox 3"/>
            <p:cNvSpPr txBox="1"/>
            <p:nvPr/>
          </p:nvSpPr>
          <p:spPr>
            <a:xfrm>
              <a:off x="0" y="852310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The title slide should include assignment title, student name, date, and course, creating a clear introduction.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u="none" strike="noStrike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Title Slide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55817" y="1561821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734675" y="4248150"/>
            <a:ext cx="6886575" cy="1791996"/>
            <a:chOff x="0" y="0"/>
            <a:chExt cx="9182100" cy="2389328"/>
          </a:xfrm>
        </p:grpSpPr>
        <p:sp>
          <p:nvSpPr>
            <p:cNvPr id="7" name="TextBox 7"/>
            <p:cNvSpPr txBox="1"/>
            <p:nvPr/>
          </p:nvSpPr>
          <p:spPr>
            <a:xfrm>
              <a:off x="0" y="854110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The content slide features a heading and bullet points to highlight main ideas or research findings effectively.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Content Slide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55817" y="425923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34675" y="6934200"/>
            <a:ext cx="6886575" cy="1791970"/>
            <a:chOff x="0" y="0"/>
            <a:chExt cx="9182100" cy="238929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854075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An optional image placeholder allows students to insert relevant visuals with captions, enhancing their presentation's appeal.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Image Placeholder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655817" y="694528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4248150"/>
            <a:ext cx="8991600" cy="6038850"/>
            <a:chOff x="0" y="0"/>
            <a:chExt cx="1335860" cy="8971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5860" cy="897177"/>
            </a:xfrm>
            <a:custGeom>
              <a:avLst/>
              <a:gdLst/>
              <a:ahLst/>
              <a:cxnLst/>
              <a:rect l="l" t="t" r="r" b="b"/>
              <a:pathLst>
                <a:path w="1335860" h="897177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r="-307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66750" y="800100"/>
            <a:ext cx="8324850" cy="288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</a:pPr>
            <a:r>
              <a:rPr lang="en-US" sz="7474">
                <a:solidFill>
                  <a:srgbClr val="1F2937"/>
                </a:solidFill>
                <a:latin typeface="Lovelace Text"/>
                <a:ea typeface="Lovelace Text"/>
                <a:cs typeface="Lovelace Text"/>
                <a:sym typeface="Lovelace Text"/>
              </a:rPr>
              <a:t>Basic Assignment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562141"/>
            <a:ext cx="6886575" cy="1790646"/>
            <a:chOff x="0" y="0"/>
            <a:chExt cx="9182100" cy="2387528"/>
          </a:xfrm>
        </p:grpSpPr>
        <p:sp>
          <p:nvSpPr>
            <p:cNvPr id="3" name="TextBox 3"/>
            <p:cNvSpPr txBox="1"/>
            <p:nvPr/>
          </p:nvSpPr>
          <p:spPr>
            <a:xfrm>
              <a:off x="0" y="852310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This template provides a clear structure for presenting research findings and methodologies, ensuring ease of understanding.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u="none" strike="noStrike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Structured Layout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55817" y="1561821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734675" y="4248150"/>
            <a:ext cx="6886575" cy="1791996"/>
            <a:chOff x="0" y="0"/>
            <a:chExt cx="9182100" cy="2389328"/>
          </a:xfrm>
        </p:grpSpPr>
        <p:sp>
          <p:nvSpPr>
            <p:cNvPr id="7" name="TextBox 7"/>
            <p:cNvSpPr txBox="1"/>
            <p:nvPr/>
          </p:nvSpPr>
          <p:spPr>
            <a:xfrm>
              <a:off x="0" y="854110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Each slide includes dedicated sections for introduction, methodology, and findings to maintain focus and coherence.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Detailed Sections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55817" y="425923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34675" y="6934200"/>
            <a:ext cx="6886575" cy="1791970"/>
            <a:chOff x="0" y="0"/>
            <a:chExt cx="9182100" cy="238929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854075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 slide layout featuring two columns allows for effective comparison of data or perspectives in an organized manner.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Two-Column Comparison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655817" y="694528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4248150"/>
            <a:ext cx="8991600" cy="6038850"/>
            <a:chOff x="0" y="0"/>
            <a:chExt cx="1335860" cy="8971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5860" cy="897177"/>
            </a:xfrm>
            <a:custGeom>
              <a:avLst/>
              <a:gdLst/>
              <a:ahLst/>
              <a:cxnLst/>
              <a:rect l="l" t="t" r="r" b="b"/>
              <a:pathLst>
                <a:path w="1335860" h="897177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r="-307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66750" y="809625"/>
            <a:ext cx="8324850" cy="199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61"/>
              </a:lnSpc>
            </a:pPr>
            <a:r>
              <a:rPr lang="en-US" sz="7661">
                <a:solidFill>
                  <a:srgbClr val="1F2937"/>
                </a:solidFill>
                <a:latin typeface="Lovelace Text"/>
                <a:ea typeface="Lovelace Text"/>
                <a:cs typeface="Lovelace Text"/>
                <a:sym typeface="Lovelace Text"/>
              </a:rPr>
              <a:t>Research Report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562141"/>
            <a:ext cx="6886575" cy="1790646"/>
            <a:chOff x="0" y="0"/>
            <a:chExt cx="9182100" cy="2387528"/>
          </a:xfrm>
        </p:grpSpPr>
        <p:sp>
          <p:nvSpPr>
            <p:cNvPr id="3" name="TextBox 3"/>
            <p:cNvSpPr txBox="1"/>
            <p:nvPr/>
          </p:nvSpPr>
          <p:spPr>
            <a:xfrm>
              <a:off x="0" y="852310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The title slide features a </a:t>
              </a:r>
              <a:r>
                <a:rPr lang="en-US" sz="2199" b="1">
                  <a:solidFill>
                    <a:srgbClr val="1F2937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simple design element</a:t>
              </a: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to enhance visual appeal while maintaining clarity and focus.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u="none" strike="noStrike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Title Slide Design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55817" y="1561821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734675" y="4248150"/>
            <a:ext cx="6886575" cy="1791996"/>
            <a:chOff x="0" y="0"/>
            <a:chExt cx="9182100" cy="2389328"/>
          </a:xfrm>
        </p:grpSpPr>
        <p:sp>
          <p:nvSpPr>
            <p:cNvPr id="7" name="TextBox 7"/>
            <p:cNvSpPr txBox="1"/>
            <p:nvPr/>
          </p:nvSpPr>
          <p:spPr>
            <a:xfrm>
              <a:off x="0" y="854110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Content slides are designed with </a:t>
              </a:r>
              <a:r>
                <a:rPr lang="en-US" sz="2199" b="1">
                  <a:solidFill>
                    <a:srgbClr val="1F2937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image placeholders</a:t>
              </a: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that allow for impactful visuals with brief captions to convey key information.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Image Placeholders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55817" y="425923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34675" y="6934200"/>
            <a:ext cx="6886575" cy="1791970"/>
            <a:chOff x="0" y="0"/>
            <a:chExt cx="9182100" cy="238929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854075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 slide dedicated to illustrating the </a:t>
              </a:r>
              <a:r>
                <a:rPr lang="en-US" sz="2199" b="1">
                  <a:solidFill>
                    <a:srgbClr val="1F2937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project timeline or process steps</a:t>
              </a: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, using simple icons and a numbered list for clarity and organization.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Project Timeline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655817" y="694528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4248150"/>
            <a:ext cx="8991600" cy="6038850"/>
            <a:chOff x="0" y="0"/>
            <a:chExt cx="1335860" cy="8971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5860" cy="897177"/>
            </a:xfrm>
            <a:custGeom>
              <a:avLst/>
              <a:gdLst/>
              <a:ahLst/>
              <a:cxnLst/>
              <a:rect l="l" t="t" r="r" b="b"/>
              <a:pathLst>
                <a:path w="1335860" h="897177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r="-307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66750" y="809625"/>
            <a:ext cx="8324850" cy="212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</a:pPr>
            <a:r>
              <a:rPr lang="en-US" sz="8100">
                <a:solidFill>
                  <a:srgbClr val="1F2937"/>
                </a:solidFill>
                <a:latin typeface="Lovelace Text"/>
                <a:ea typeface="Lovelace Text"/>
                <a:cs typeface="Lovelace Text"/>
                <a:sym typeface="Lovelace Text"/>
              </a:rPr>
              <a:t>Creative Project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562141"/>
            <a:ext cx="6886575" cy="1790646"/>
            <a:chOff x="0" y="0"/>
            <a:chExt cx="9182100" cy="2387528"/>
          </a:xfrm>
        </p:grpSpPr>
        <p:sp>
          <p:nvSpPr>
            <p:cNvPr id="3" name="TextBox 3"/>
            <p:cNvSpPr txBox="1"/>
            <p:nvPr/>
          </p:nvSpPr>
          <p:spPr>
            <a:xfrm>
              <a:off x="0" y="852310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 well-organized layout helps </a:t>
              </a:r>
              <a:r>
                <a:rPr lang="en-US" sz="2199" b="1">
                  <a:solidFill>
                    <a:srgbClr val="1F2937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clarify</a:t>
              </a: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your arguments and make your points more persuasive to the audience.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u="none" strike="noStrike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Clear Structure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55817" y="1561821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734675" y="4248150"/>
            <a:ext cx="6886575" cy="1791996"/>
            <a:chOff x="0" y="0"/>
            <a:chExt cx="9182100" cy="2389328"/>
          </a:xfrm>
        </p:grpSpPr>
        <p:sp>
          <p:nvSpPr>
            <p:cNvPr id="7" name="TextBox 7"/>
            <p:cNvSpPr txBox="1"/>
            <p:nvPr/>
          </p:nvSpPr>
          <p:spPr>
            <a:xfrm>
              <a:off x="0" y="854110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Incorporating bullet lists and quote blocks makes your </a:t>
              </a:r>
              <a:r>
                <a:rPr lang="en-US" sz="2199" b="1">
                  <a:solidFill>
                    <a:srgbClr val="1F2937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evidence</a:t>
              </a: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stand out and enhances engagement with your audience.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Engaging Elements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55817" y="425923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34675" y="6934200"/>
            <a:ext cx="6886575" cy="1791970"/>
            <a:chOff x="0" y="0"/>
            <a:chExt cx="9182100" cy="238929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854075"/>
              <a:ext cx="91821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Simple divider slides help maintain </a:t>
              </a:r>
              <a:r>
                <a:rPr lang="en-US" sz="2199" b="1">
                  <a:solidFill>
                    <a:srgbClr val="1F2937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clarity</a:t>
              </a: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and structure, guiding the audience through your argumentative essay.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Effective Dividers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655817" y="694528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 b="1">
                <a:solidFill>
                  <a:srgbClr val="1F2937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4248150"/>
            <a:ext cx="8991600" cy="6038850"/>
            <a:chOff x="0" y="0"/>
            <a:chExt cx="1335860" cy="8971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5860" cy="897177"/>
            </a:xfrm>
            <a:custGeom>
              <a:avLst/>
              <a:gdLst/>
              <a:ahLst/>
              <a:cxnLst/>
              <a:rect l="l" t="t" r="r" b="b"/>
              <a:pathLst>
                <a:path w="1335860" h="897177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r="-307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66750" y="800100"/>
            <a:ext cx="8324850" cy="288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</a:pPr>
            <a:r>
              <a:rPr lang="en-US" sz="7474">
                <a:solidFill>
                  <a:srgbClr val="1F2937"/>
                </a:solidFill>
                <a:latin typeface="Lovelace Text"/>
                <a:ea typeface="Lovelace Text"/>
                <a:cs typeface="Lovelace Text"/>
                <a:sym typeface="Lovelace Text"/>
              </a:rPr>
              <a:t>Template 4 – Argumentative Essay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8953500"/>
            <a:chOff x="0" y="0"/>
            <a:chExt cx="1060273" cy="1140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0273" cy="1140339"/>
            </a:xfrm>
            <a:custGeom>
              <a:avLst/>
              <a:gdLst/>
              <a:ahLst/>
              <a:cxnLst/>
              <a:rect l="l" t="t" r="r" b="b"/>
              <a:pathLst>
                <a:path w="1060273" h="1140339">
                  <a:moveTo>
                    <a:pt x="0" y="0"/>
                  </a:moveTo>
                  <a:lnTo>
                    <a:pt x="1060273" y="0"/>
                  </a:lnTo>
                  <a:lnTo>
                    <a:pt x="1060273" y="1140339"/>
                  </a:lnTo>
                  <a:lnTo>
                    <a:pt x="0" y="1140339"/>
                  </a:ln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34675" y="6038809"/>
            <a:ext cx="6886575" cy="3581441"/>
            <a:chOff x="0" y="0"/>
            <a:chExt cx="9182100" cy="4775254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9182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Email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45702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 strike="noStrike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hello@reallygreatsite.com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07589"/>
              <a:ext cx="9182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Social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400916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 strike="noStrike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@reallygreatsite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462802"/>
              <a:ext cx="9182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Phone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156129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123-456-7890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734675" y="819150"/>
            <a:ext cx="6886575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>
                <a:solidFill>
                  <a:srgbClr val="1F2937"/>
                </a:solidFill>
                <a:latin typeface="Lovelace Text"/>
                <a:ea typeface="Lovelace Text"/>
                <a:cs typeface="Lovelace Text"/>
                <a:sym typeface="Lovelace Text"/>
              </a:rPr>
              <a:t>Let's 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Custom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Lovelace Text</vt:lpstr>
      <vt:lpstr>Inclusive Sans</vt:lpstr>
      <vt:lpstr>Calibri</vt:lpstr>
      <vt:lpstr>Inclusive Sans Bold</vt:lpstr>
      <vt:lpstr>Lovelace Text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PowerPoint Templates</dc:title>
  <dc:creator>PADMANAVA</dc:creator>
  <dc:description>Presentation - PowerPoint Templates</dc:description>
  <cp:lastModifiedBy>mojumderpadmanava@gmail.com</cp:lastModifiedBy>
  <cp:revision>1</cp:revision>
  <dcterms:created xsi:type="dcterms:W3CDTF">2006-08-16T00:00:00Z</dcterms:created>
  <dcterms:modified xsi:type="dcterms:W3CDTF">2025-10-18T05:25:26Z</dcterms:modified>
  <dc:identifier>DAG13_-uT0E</dc:identifier>
</cp:coreProperties>
</file>