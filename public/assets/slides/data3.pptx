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Nyutro Sans" panose="020B0604020202020204" charset="0"/>
      <p:regular r:id="rId12"/>
    </p:embeddedFont>
    <p:embeddedFont>
      <p:font typeface="Nyutro Sans Bold" panose="020B0604020202020204" charset="0"/>
      <p:regular r:id="rId13"/>
    </p:embeddedFont>
    <p:embeddedFont>
      <p:font typeface="Nyutro Sans Heavy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1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6573425"/>
            <a:chOff x="0" y="0"/>
            <a:chExt cx="13017500" cy="8764567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017500" cy="793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625"/>
                </a:lnSpc>
              </a:pPr>
              <a:r>
                <a:rPr lang="en-US" sz="14625" b="1" spc="-146">
                  <a:solidFill>
                    <a:srgbClr val="4B5A22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Data Visualization Unveiled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31142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[Your Name Here]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Introduction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703388"/>
            <a:chOff x="0" y="0"/>
            <a:chExt cx="4805315" cy="227118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Definition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0922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Visual representation of data insights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2141538"/>
            <a:chOff x="0" y="0"/>
            <a:chExt cx="4042139" cy="285538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Importance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9220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Supports effective decision-making strategies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703388"/>
            <a:chOff x="0" y="0"/>
            <a:chExt cx="4042139" cy="22711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Evolution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922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Adapting to modern business needs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141538"/>
            <a:chOff x="0" y="0"/>
            <a:chExt cx="4033431" cy="285538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Impact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92200"/>
              <a:ext cx="4033431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“Data visualization tells compelling stories”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Key Principles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2141538"/>
            <a:chOff x="0" y="0"/>
            <a:chExt cx="4805315" cy="285538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Clarity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09220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Ensure visualizations convey clear messages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703388"/>
            <a:chOff x="0" y="0"/>
            <a:chExt cx="4042139" cy="227118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Accuracy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922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 data truthfully and reliably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2141538"/>
            <a:chOff x="0" y="0"/>
            <a:chExt cx="4042139" cy="28553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Simplicity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9220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Minimize clutter for effective communication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141538"/>
            <a:chOff x="0" y="0"/>
            <a:chExt cx="4033431" cy="285538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9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87"/>
                </a:lnSpc>
              </a:pPr>
              <a:r>
                <a:rPr lang="en-US" sz="4875" b="1" spc="-48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Storytelling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092200"/>
              <a:ext cx="4033431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Engage audiences through data narratives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Bar Charts for comparisons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Line Charts for trends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Pie Charts for proportions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Exploring Common Chart Types in Data Visualization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5372100"/>
            <a:chOff x="0" y="0"/>
            <a:chExt cx="844084" cy="832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5372100"/>
            <a:chOff x="0" y="0"/>
            <a:chExt cx="844084" cy="8322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3"/>
              <a:stretch>
                <a:fillRect l="-178" r="-17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5372100"/>
            <a:chOff x="0" y="0"/>
            <a:chExt cx="844084" cy="832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4"/>
              <a:stretch>
                <a:fillRect l="-178" r="-17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1201400" cy="2819437"/>
            <a:chOff x="0" y="0"/>
            <a:chExt cx="14935200" cy="3759250"/>
          </a:xfrm>
        </p:grpSpPr>
        <p:sp>
          <p:nvSpPr>
            <p:cNvPr id="9" name="TextBox 9"/>
            <p:cNvSpPr txBox="1"/>
            <p:nvPr/>
          </p:nvSpPr>
          <p:spPr>
            <a:xfrm>
              <a:off x="0" y="76200"/>
              <a:ext cx="14897100" cy="312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>
                  <a:solidFill>
                    <a:srgbClr val="4B5A22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Best Practices in Visualization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164466"/>
              <a:ext cx="149352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Effective elements for clear data communication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Tableau: Intuitive visual analytics platform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Power BI: Microsoft’s powerful data visualization tool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D3.js: Flexible JavaScript library for data-driven visuals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3830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</a:pPr>
            <a:r>
              <a:rPr lang="en-US" sz="9000" b="1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Overview of Data Visualization Tools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Visualize data with </a:t>
            </a:r>
            <a:r>
              <a:rPr lang="en-US" sz="2499" b="1" u="none" strike="noStrike">
                <a:solidFill>
                  <a:srgbClr val="486324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location 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98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Illustrate connections using </a:t>
            </a:r>
            <a:r>
              <a:rPr lang="en-US" sz="2499" b="1" u="none" strike="noStrike">
                <a:solidFill>
                  <a:srgbClr val="486324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network relationships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72950" y="6838950"/>
            <a:ext cx="54483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486324"/>
                </a:solidFill>
                <a:latin typeface="Nyutro Sans"/>
                <a:ea typeface="Nyutro Sans"/>
                <a:cs typeface="Nyutro Sans"/>
                <a:sym typeface="Nyutro Sans"/>
              </a:rPr>
              <a:t>Create engaging stories through </a:t>
            </a:r>
            <a:r>
              <a:rPr lang="en-US" sz="2499" b="1" u="none" strike="noStrike">
                <a:solidFill>
                  <a:srgbClr val="486324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informative infographics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5025" y="1628775"/>
            <a:ext cx="14077950" cy="295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77"/>
              </a:lnSpc>
            </a:pPr>
            <a:r>
              <a:rPr lang="en-US" sz="7974" b="1" spc="-7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Exploring Geographic Maps, Network Graphs, and Infographics</a:t>
            </a:r>
          </a:p>
        </p:txBody>
      </p:sp>
      <p:sp>
        <p:nvSpPr>
          <p:cNvPr id="6" name="Freeform 6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Real-World Use Cases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1817688"/>
            <a:chOff x="0" y="0"/>
            <a:chExt cx="4805315" cy="242358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57150"/>
              <a:ext cx="4805315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62"/>
                </a:lnSpc>
              </a:pPr>
              <a:r>
                <a:rPr lang="en-US" sz="5625" b="1" spc="-56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Business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2446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Enhancing decisions through insights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1817688"/>
            <a:chOff x="0" y="0"/>
            <a:chExt cx="4042139" cy="242358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57150"/>
              <a:ext cx="4042139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62"/>
                </a:lnSpc>
              </a:pPr>
              <a:r>
                <a:rPr lang="en-US" sz="5625" b="1" spc="-56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Analytics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446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Transforming data into narratives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1817688"/>
            <a:chOff x="0" y="0"/>
            <a:chExt cx="4042139" cy="242358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57150"/>
              <a:ext cx="4042139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62"/>
                </a:lnSpc>
              </a:pPr>
              <a:r>
                <a:rPr lang="en-US" sz="5625" b="1" spc="-56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Research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244600"/>
              <a:ext cx="4042139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Visualizing complex findings clearly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1817688"/>
            <a:chOff x="0" y="0"/>
            <a:chExt cx="4033431" cy="242358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57150"/>
              <a:ext cx="4033431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62"/>
                </a:lnSpc>
              </a:pPr>
              <a:r>
                <a:rPr lang="en-US" sz="5625" b="1" spc="-56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Marketing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244600"/>
              <a:ext cx="4033431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Engaging audiences with storytelling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4010025" cy="6267450"/>
            <a:chOff x="0" y="0"/>
            <a:chExt cx="1056138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81575" y="3352800"/>
            <a:ext cx="4010025" cy="6267450"/>
            <a:chOff x="0" y="0"/>
            <a:chExt cx="1056138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352800"/>
            <a:ext cx="4010025" cy="6267450"/>
            <a:chOff x="0" y="0"/>
            <a:chExt cx="1056138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3352800"/>
            <a:ext cx="4010025" cy="6267450"/>
            <a:chOff x="0" y="0"/>
            <a:chExt cx="1056138" cy="1650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B2C98C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Conclusion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69769" y="6019800"/>
            <a:ext cx="3603986" cy="2681605"/>
            <a:chOff x="0" y="0"/>
            <a:chExt cx="4805315" cy="357547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47625"/>
              <a:ext cx="4805315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Recap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588" y="1228090"/>
              <a:ext cx="4042139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 b="1">
                  <a:solidFill>
                    <a:srgbClr val="4863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Key messages</a:t>
              </a: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reinforce visualization's importance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70786" y="6019800"/>
            <a:ext cx="3031604" cy="2681605"/>
            <a:chOff x="0" y="0"/>
            <a:chExt cx="4042139" cy="357547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7625"/>
              <a:ext cx="4042139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Learning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28090"/>
              <a:ext cx="4042139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4863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Continuous development</a:t>
              </a: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enhances skills and techniques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785611" y="6019800"/>
            <a:ext cx="3031604" cy="2243455"/>
            <a:chOff x="0" y="0"/>
            <a:chExt cx="4042139" cy="299127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7625"/>
              <a:ext cx="4042139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228090"/>
              <a:ext cx="4042139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4863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Consider actionable</a:t>
              </a: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steps for implementation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03701" y="6019800"/>
            <a:ext cx="3025073" cy="2243455"/>
            <a:chOff x="0" y="0"/>
            <a:chExt cx="4033431" cy="2991273"/>
          </a:xfrm>
        </p:grpSpPr>
        <p:sp>
          <p:nvSpPr>
            <p:cNvPr id="25" name="TextBox 25"/>
            <p:cNvSpPr txBox="1"/>
            <p:nvPr/>
          </p:nvSpPr>
          <p:spPr>
            <a:xfrm>
              <a:off x="0" y="47625"/>
              <a:ext cx="4033431" cy="1072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95"/>
                </a:lnSpc>
              </a:pPr>
              <a:r>
                <a:rPr lang="en-US" sz="5550" b="1" spc="-55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Resources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1228090"/>
              <a:ext cx="4033431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486324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Explore tools</a:t>
              </a: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and training materials available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6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7773" y="6934200"/>
            <a:ext cx="19247032" cy="4815863"/>
            <a:chOff x="0" y="0"/>
            <a:chExt cx="5069177" cy="1268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9177" cy="1268375"/>
            </a:xfrm>
            <a:custGeom>
              <a:avLst/>
              <a:gdLst/>
              <a:ahLst/>
              <a:cxnLst/>
              <a:rect l="l" t="t" r="r" b="b"/>
              <a:pathLst>
                <a:path w="5069177" h="1268375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97AE7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829550"/>
            <a:ext cx="4010025" cy="904575"/>
            <a:chOff x="0" y="0"/>
            <a:chExt cx="5346700" cy="1206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7829550"/>
            <a:ext cx="4010025" cy="904575"/>
            <a:chOff x="0" y="0"/>
            <a:chExt cx="5346700" cy="1206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 Media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829550"/>
            <a:ext cx="4010025" cy="904575"/>
            <a:chOff x="0" y="0"/>
            <a:chExt cx="5346700" cy="1206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486324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123-456-7890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4B5A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Phone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42950"/>
            <a:ext cx="1407795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4B5A2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Nyutro Sans Heavy</vt:lpstr>
      <vt:lpstr>Calibri</vt:lpstr>
      <vt:lpstr>Nyutro Sans</vt:lpstr>
      <vt:lpstr>Arial</vt:lpstr>
      <vt:lpstr>Nyutro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Data Visualization Unveiled</dc:title>
  <dc:creator>PADMANAVA</dc:creator>
  <dc:description>Presentation - Data Visualization Unveiled</dc:description>
  <cp:lastModifiedBy>mojumderpadmanava@gmail.com</cp:lastModifiedBy>
  <cp:revision>1</cp:revision>
  <dcterms:created xsi:type="dcterms:W3CDTF">2006-08-16T00:00:00Z</dcterms:created>
  <dcterms:modified xsi:type="dcterms:W3CDTF">2025-10-18T05:52:36Z</dcterms:modified>
  <dc:identifier>DAG14PIuKcw</dc:identifier>
</cp:coreProperties>
</file>