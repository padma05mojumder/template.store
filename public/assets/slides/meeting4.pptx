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Work Sans" pitchFamily="2" charset="0"/>
      <p:regular r:id="rId10"/>
    </p:embeddedFont>
    <p:embeddedFont>
      <p:font typeface="Work Sans Bold" panose="020B0604020202020204" charset="0"/>
      <p:regular r:id="rId11"/>
    </p:embeddedFont>
    <p:embeddedFont>
      <p:font typeface="Work Sans Semi-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9FB3C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734675" y="7834471"/>
            <a:ext cx="6886575" cy="1785779"/>
            <a:chOff x="0" y="0"/>
            <a:chExt cx="1813748" cy="4703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13748" cy="470329"/>
            </a:xfrm>
            <a:custGeom>
              <a:avLst/>
              <a:gdLst/>
              <a:ahLst/>
              <a:cxnLst/>
              <a:rect l="l" t="t" r="r" b="b"/>
              <a:pathLst>
                <a:path w="1813748" h="470329">
                  <a:moveTo>
                    <a:pt x="44968" y="0"/>
                  </a:moveTo>
                  <a:lnTo>
                    <a:pt x="1768780" y="0"/>
                  </a:lnTo>
                  <a:cubicBezTo>
                    <a:pt x="1780706" y="0"/>
                    <a:pt x="1792144" y="4738"/>
                    <a:pt x="1800577" y="13171"/>
                  </a:cubicBezTo>
                  <a:cubicBezTo>
                    <a:pt x="1809011" y="21604"/>
                    <a:pt x="1813748" y="33042"/>
                    <a:pt x="1813748" y="44968"/>
                  </a:cubicBezTo>
                  <a:lnTo>
                    <a:pt x="1813748" y="425360"/>
                  </a:lnTo>
                  <a:cubicBezTo>
                    <a:pt x="1813748" y="437287"/>
                    <a:pt x="1809011" y="448724"/>
                    <a:pt x="1800577" y="457158"/>
                  </a:cubicBezTo>
                  <a:cubicBezTo>
                    <a:pt x="1792144" y="465591"/>
                    <a:pt x="1780706" y="470329"/>
                    <a:pt x="1768780" y="470329"/>
                  </a:cubicBezTo>
                  <a:lnTo>
                    <a:pt x="44968" y="470329"/>
                  </a:lnTo>
                  <a:cubicBezTo>
                    <a:pt x="33042" y="470329"/>
                    <a:pt x="21604" y="465591"/>
                    <a:pt x="13171" y="457158"/>
                  </a:cubicBezTo>
                  <a:cubicBezTo>
                    <a:pt x="4738" y="448724"/>
                    <a:pt x="0" y="437287"/>
                    <a:pt x="0" y="425360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solidFill>
              <a:srgbClr val="D9E2E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813748" cy="5274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734675" y="3657600"/>
            <a:ext cx="6886575" cy="3872071"/>
            <a:chOff x="0" y="0"/>
            <a:chExt cx="1066911" cy="5998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6911" cy="599885"/>
            </a:xfrm>
            <a:custGeom>
              <a:avLst/>
              <a:gdLst/>
              <a:ahLst/>
              <a:cxnLst/>
              <a:rect l="l" t="t" r="r" b="b"/>
              <a:pathLst>
                <a:path w="1066911" h="599885">
                  <a:moveTo>
                    <a:pt x="44968" y="0"/>
                  </a:moveTo>
                  <a:lnTo>
                    <a:pt x="1021942" y="0"/>
                  </a:lnTo>
                  <a:cubicBezTo>
                    <a:pt x="1033869" y="0"/>
                    <a:pt x="1045307" y="4738"/>
                    <a:pt x="1053740" y="13171"/>
                  </a:cubicBezTo>
                  <a:cubicBezTo>
                    <a:pt x="1062173" y="21604"/>
                    <a:pt x="1066911" y="33042"/>
                    <a:pt x="1066911" y="44968"/>
                  </a:cubicBezTo>
                  <a:lnTo>
                    <a:pt x="1066911" y="554917"/>
                  </a:lnTo>
                  <a:cubicBezTo>
                    <a:pt x="1066911" y="566843"/>
                    <a:pt x="1062173" y="578281"/>
                    <a:pt x="1053740" y="586714"/>
                  </a:cubicBezTo>
                  <a:cubicBezTo>
                    <a:pt x="1045307" y="595147"/>
                    <a:pt x="1033869" y="599885"/>
                    <a:pt x="1021942" y="599885"/>
                  </a:cubicBezTo>
                  <a:lnTo>
                    <a:pt x="44968" y="599885"/>
                  </a:lnTo>
                  <a:cubicBezTo>
                    <a:pt x="33042" y="599885"/>
                    <a:pt x="21604" y="595147"/>
                    <a:pt x="13171" y="586714"/>
                  </a:cubicBezTo>
                  <a:cubicBezTo>
                    <a:pt x="4738" y="578281"/>
                    <a:pt x="0" y="566843"/>
                    <a:pt x="0" y="554917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202" r="-20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66750" y="3657600"/>
            <a:ext cx="9763125" cy="5962650"/>
            <a:chOff x="0" y="0"/>
            <a:chExt cx="4083676" cy="2494030"/>
          </a:xfrm>
        </p:grpSpPr>
        <p:sp>
          <p:nvSpPr>
            <p:cNvPr id="10" name="Freeform 10"/>
            <p:cNvSpPr/>
            <p:nvPr/>
          </p:nvSpPr>
          <p:spPr>
            <a:xfrm>
              <a:off x="54483" y="50038"/>
              <a:ext cx="3974583" cy="2394589"/>
            </a:xfrm>
            <a:custGeom>
              <a:avLst/>
              <a:gdLst/>
              <a:ahLst/>
              <a:cxnLst/>
              <a:rect l="l" t="t" r="r" b="b"/>
              <a:pathLst>
                <a:path w="3974583" h="2394589">
                  <a:moveTo>
                    <a:pt x="3886953" y="2394589"/>
                  </a:moveTo>
                  <a:lnTo>
                    <a:pt x="87757" y="2394589"/>
                  </a:lnTo>
                  <a:cubicBezTo>
                    <a:pt x="39370" y="2394589"/>
                    <a:pt x="0" y="2355346"/>
                    <a:pt x="0" y="2306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886826" y="0"/>
                  </a:lnTo>
                  <a:cubicBezTo>
                    <a:pt x="3935213" y="0"/>
                    <a:pt x="3974583" y="39243"/>
                    <a:pt x="3974583" y="87757"/>
                  </a:cubicBezTo>
                  <a:lnTo>
                    <a:pt x="3974583" y="2306832"/>
                  </a:lnTo>
                  <a:cubicBezTo>
                    <a:pt x="3974583" y="2355219"/>
                    <a:pt x="3935340" y="2394589"/>
                    <a:pt x="3886826" y="2394589"/>
                  </a:cubicBezTo>
                  <a:close/>
                </a:path>
              </a:pathLst>
            </a:custGeom>
            <a:blipFill>
              <a:blip r:embed="rId3"/>
              <a:stretch>
                <a:fillRect t="-209" b="-209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4083549" cy="2493903"/>
            </a:xfrm>
            <a:custGeom>
              <a:avLst/>
              <a:gdLst/>
              <a:ahLst/>
              <a:cxnLst/>
              <a:rect l="l" t="t" r="r" b="b"/>
              <a:pathLst>
                <a:path w="4083549" h="2493903">
                  <a:moveTo>
                    <a:pt x="0" y="91567"/>
                  </a:moveTo>
                  <a:lnTo>
                    <a:pt x="0" y="2402337"/>
                  </a:lnTo>
                  <a:cubicBezTo>
                    <a:pt x="0" y="2452882"/>
                    <a:pt x="41021" y="2493903"/>
                    <a:pt x="91567" y="2493903"/>
                  </a:cubicBezTo>
                  <a:lnTo>
                    <a:pt x="3991982" y="2493903"/>
                  </a:lnTo>
                  <a:cubicBezTo>
                    <a:pt x="4042528" y="2493903"/>
                    <a:pt x="4083549" y="2452882"/>
                    <a:pt x="4083549" y="2402337"/>
                  </a:cubicBezTo>
                  <a:lnTo>
                    <a:pt x="4083549" y="91567"/>
                  </a:lnTo>
                  <a:cubicBezTo>
                    <a:pt x="4083549" y="41021"/>
                    <a:pt x="4042528" y="0"/>
                    <a:pt x="3991982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3241793" y="331724"/>
                  </a:moveTo>
                  <a:lnTo>
                    <a:pt x="3900923" y="331724"/>
                  </a:lnTo>
                  <a:cubicBezTo>
                    <a:pt x="3951469" y="331724"/>
                    <a:pt x="3992490" y="372745"/>
                    <a:pt x="3992490" y="423291"/>
                  </a:cubicBezTo>
                  <a:lnTo>
                    <a:pt x="3992490" y="2311277"/>
                  </a:lnTo>
                  <a:cubicBezTo>
                    <a:pt x="3992490" y="2361823"/>
                    <a:pt x="3951469" y="2402844"/>
                    <a:pt x="3900923" y="2402844"/>
                  </a:cubicBezTo>
                  <a:lnTo>
                    <a:pt x="182753" y="2402844"/>
                  </a:lnTo>
                  <a:cubicBezTo>
                    <a:pt x="132207" y="2402844"/>
                    <a:pt x="91186" y="2361823"/>
                    <a:pt x="91186" y="2311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944740" y="91186"/>
                  </a:lnTo>
                  <a:cubicBezTo>
                    <a:pt x="2970775" y="91186"/>
                    <a:pt x="2995667" y="102235"/>
                    <a:pt x="3013066" y="121666"/>
                  </a:cubicBezTo>
                  <a:lnTo>
                    <a:pt x="3173721" y="301244"/>
                  </a:lnTo>
                  <a:cubicBezTo>
                    <a:pt x="3191120" y="320675"/>
                    <a:pt x="3215885" y="331724"/>
                    <a:pt x="3242047" y="331724"/>
                  </a:cubicBezTo>
                  <a:lnTo>
                    <a:pt x="3241793" y="331724"/>
                  </a:lnTo>
                  <a:close/>
                </a:path>
              </a:pathLst>
            </a:custGeom>
            <a:solidFill>
              <a:srgbClr val="334E68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5220953" y="1376364"/>
            <a:ext cx="1266822" cy="1266822"/>
          </a:xfrm>
          <a:custGeom>
            <a:avLst/>
            <a:gdLst/>
            <a:ahLst/>
            <a:cxnLst/>
            <a:rect l="l" t="t" r="r" b="b"/>
            <a:pathLst>
              <a:path w="1266822" h="1266822">
                <a:moveTo>
                  <a:pt x="0" y="0"/>
                </a:moveTo>
                <a:lnTo>
                  <a:pt x="1266822" y="0"/>
                </a:lnTo>
                <a:lnTo>
                  <a:pt x="1266822" y="1266822"/>
                </a:lnTo>
                <a:lnTo>
                  <a:pt x="0" y="126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20434" y="1570221"/>
            <a:ext cx="13424266" cy="103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00"/>
              </a:lnSpc>
            </a:pPr>
            <a:r>
              <a:rPr lang="en-US" sz="8000" b="1" spc="-440">
                <a:solidFill>
                  <a:srgbClr val="334E68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PowerPoint Template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388359" y="8167816"/>
            <a:ext cx="5603210" cy="999890"/>
            <a:chOff x="0" y="0"/>
            <a:chExt cx="7470947" cy="133318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47625"/>
              <a:ext cx="7470947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 spc="-165">
                  <a:solidFill>
                    <a:srgbClr val="334E68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Presented by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75962"/>
              <a:ext cx="7470947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spc="-165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[name here]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E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F5F7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2105025" y="1641475"/>
            <a:ext cx="12639675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9"/>
              </a:lnSpc>
            </a:pPr>
            <a:r>
              <a:rPr lang="en-US" sz="6999" b="1" u="none" strike="noStrike" spc="-384">
                <a:solidFill>
                  <a:srgbClr val="334E68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Template Overview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419850" y="3657600"/>
            <a:ext cx="5448300" cy="5962650"/>
            <a:chOff x="0" y="0"/>
            <a:chExt cx="1434943" cy="15704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570410"/>
            </a:xfrm>
            <a:custGeom>
              <a:avLst/>
              <a:gdLst/>
              <a:ahLst/>
              <a:cxnLst/>
              <a:rect l="l" t="t" r="r" b="b"/>
              <a:pathLst>
                <a:path w="1434943" h="1570410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13571"/>
                  </a:lnTo>
                  <a:cubicBezTo>
                    <a:pt x="1434943" y="1544962"/>
                    <a:pt x="1409495" y="1570410"/>
                    <a:pt x="1378104" y="1570410"/>
                  </a:cubicBezTo>
                  <a:lnTo>
                    <a:pt x="56839" y="1570410"/>
                  </a:lnTo>
                  <a:cubicBezTo>
                    <a:pt x="25448" y="1570410"/>
                    <a:pt x="0" y="1544962"/>
                    <a:pt x="0" y="1513571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3494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3657600"/>
            <a:ext cx="5448300" cy="5962650"/>
            <a:chOff x="0" y="0"/>
            <a:chExt cx="1434943" cy="15704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570410"/>
            </a:xfrm>
            <a:custGeom>
              <a:avLst/>
              <a:gdLst/>
              <a:ahLst/>
              <a:cxnLst/>
              <a:rect l="l" t="t" r="r" b="b"/>
              <a:pathLst>
                <a:path w="1434943" h="1570410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13571"/>
                  </a:lnTo>
                  <a:cubicBezTo>
                    <a:pt x="1434943" y="1544962"/>
                    <a:pt x="1409495" y="1570410"/>
                    <a:pt x="1378104" y="1570410"/>
                  </a:cubicBezTo>
                  <a:lnTo>
                    <a:pt x="56839" y="1570410"/>
                  </a:lnTo>
                  <a:cubicBezTo>
                    <a:pt x="25448" y="1570410"/>
                    <a:pt x="0" y="1544962"/>
                    <a:pt x="0" y="1513571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43494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58125" y="4248150"/>
            <a:ext cx="3530082" cy="2043218"/>
            <a:chOff x="0" y="0"/>
            <a:chExt cx="4706777" cy="272429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19050"/>
              <a:ext cx="4706777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165">
                  <a:solidFill>
                    <a:srgbClr val="627D98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Modular Design Approach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457465"/>
              <a:ext cx="4706777" cy="1266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Interchangeable infographic components for customization and flexibility.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105025" y="4248150"/>
            <a:ext cx="3530082" cy="2043218"/>
            <a:chOff x="0" y="0"/>
            <a:chExt cx="4706777" cy="272429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19050"/>
              <a:ext cx="4706777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165">
                  <a:solidFill>
                    <a:srgbClr val="627D98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Objective of the Template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457465"/>
              <a:ext cx="4706777" cy="1266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A clean presentation optimized for corporate meetings.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7092791" y="4248150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39691" y="4248150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2172950" y="3657600"/>
            <a:ext cx="5448300" cy="5962650"/>
            <a:chOff x="0" y="0"/>
            <a:chExt cx="1434943" cy="157041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34943" cy="1570410"/>
            </a:xfrm>
            <a:custGeom>
              <a:avLst/>
              <a:gdLst/>
              <a:ahLst/>
              <a:cxnLst/>
              <a:rect l="l" t="t" r="r" b="b"/>
              <a:pathLst>
                <a:path w="1434943" h="1570410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13571"/>
                  </a:lnTo>
                  <a:cubicBezTo>
                    <a:pt x="1434943" y="1544962"/>
                    <a:pt x="1409495" y="1570410"/>
                    <a:pt x="1378104" y="1570410"/>
                  </a:cubicBezTo>
                  <a:lnTo>
                    <a:pt x="56839" y="1570410"/>
                  </a:lnTo>
                  <a:cubicBezTo>
                    <a:pt x="25448" y="1570410"/>
                    <a:pt x="0" y="1544962"/>
                    <a:pt x="0" y="1513571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43494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611225" y="4248150"/>
            <a:ext cx="3405249" cy="1728893"/>
            <a:chOff x="0" y="0"/>
            <a:chExt cx="4540332" cy="2305190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19050"/>
              <a:ext cx="4540332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165">
                  <a:solidFill>
                    <a:srgbClr val="627D98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Intended Audience and Use Cases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457465"/>
              <a:ext cx="4540332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Ideal for board meetings and strategy sessions.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2825820" y="4248150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666750"/>
            <a:ext cx="5448300" cy="8953500"/>
            <a:chOff x="0" y="0"/>
            <a:chExt cx="143494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2358124"/>
            </a:xfrm>
            <a:custGeom>
              <a:avLst/>
              <a:gdLst/>
              <a:ahLst/>
              <a:cxnLst/>
              <a:rect l="l" t="t" r="r" b="b"/>
              <a:pathLst>
                <a:path w="1434943" h="235812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2301284"/>
                  </a:lnTo>
                  <a:cubicBezTo>
                    <a:pt x="1434943" y="2332676"/>
                    <a:pt x="1409495" y="2358124"/>
                    <a:pt x="1378104" y="2358124"/>
                  </a:cubicBezTo>
                  <a:lnTo>
                    <a:pt x="56839" y="2358124"/>
                  </a:lnTo>
                  <a:cubicBezTo>
                    <a:pt x="25448" y="2358124"/>
                    <a:pt x="0" y="2332676"/>
                    <a:pt x="0" y="2301284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334E68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43494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666750"/>
            <a:ext cx="5448300" cy="8953500"/>
            <a:chOff x="0" y="0"/>
            <a:chExt cx="143494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2358124"/>
            </a:xfrm>
            <a:custGeom>
              <a:avLst/>
              <a:gdLst/>
              <a:ahLst/>
              <a:cxnLst/>
              <a:rect l="l" t="t" r="r" b="b"/>
              <a:pathLst>
                <a:path w="1434943" h="235812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2301284"/>
                  </a:lnTo>
                  <a:cubicBezTo>
                    <a:pt x="1434943" y="2332676"/>
                    <a:pt x="1409495" y="2358124"/>
                    <a:pt x="1378104" y="2358124"/>
                  </a:cubicBezTo>
                  <a:lnTo>
                    <a:pt x="56839" y="2358124"/>
                  </a:lnTo>
                  <a:cubicBezTo>
                    <a:pt x="25448" y="2358124"/>
                    <a:pt x="0" y="2332676"/>
                    <a:pt x="0" y="2301284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334E68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3494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5448300" cy="8953500"/>
            <a:chOff x="0" y="0"/>
            <a:chExt cx="1434943" cy="23581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2358124"/>
            </a:xfrm>
            <a:custGeom>
              <a:avLst/>
              <a:gdLst/>
              <a:ahLst/>
              <a:cxnLst/>
              <a:rect l="l" t="t" r="r" b="b"/>
              <a:pathLst>
                <a:path w="1434943" h="235812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2301284"/>
                  </a:lnTo>
                  <a:cubicBezTo>
                    <a:pt x="1434943" y="2332676"/>
                    <a:pt x="1409495" y="2358124"/>
                    <a:pt x="1378104" y="2358124"/>
                  </a:cubicBezTo>
                  <a:lnTo>
                    <a:pt x="56839" y="2358124"/>
                  </a:lnTo>
                  <a:cubicBezTo>
                    <a:pt x="25448" y="2358124"/>
                    <a:pt x="0" y="2332676"/>
                    <a:pt x="0" y="2301284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334E68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43494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477750" y="7391943"/>
            <a:ext cx="4838700" cy="875214"/>
            <a:chOff x="0" y="0"/>
            <a:chExt cx="1274390" cy="23050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74390" cy="230509"/>
            </a:xfrm>
            <a:custGeom>
              <a:avLst/>
              <a:gdLst/>
              <a:ahLst/>
              <a:cxnLst/>
              <a:rect l="l" t="t" r="r" b="b"/>
              <a:pathLst>
                <a:path w="1274390" h="230509">
                  <a:moveTo>
                    <a:pt x="115254" y="0"/>
                  </a:moveTo>
                  <a:lnTo>
                    <a:pt x="1159136" y="0"/>
                  </a:lnTo>
                  <a:cubicBezTo>
                    <a:pt x="1189703" y="0"/>
                    <a:pt x="1219019" y="12143"/>
                    <a:pt x="1240633" y="33757"/>
                  </a:cubicBezTo>
                  <a:cubicBezTo>
                    <a:pt x="1262247" y="55372"/>
                    <a:pt x="1274390" y="84687"/>
                    <a:pt x="1274390" y="115254"/>
                  </a:cubicBezTo>
                  <a:lnTo>
                    <a:pt x="1274390" y="115254"/>
                  </a:lnTo>
                  <a:cubicBezTo>
                    <a:pt x="1274390" y="145822"/>
                    <a:pt x="1262247" y="175137"/>
                    <a:pt x="1240633" y="196752"/>
                  </a:cubicBezTo>
                  <a:cubicBezTo>
                    <a:pt x="1219019" y="218366"/>
                    <a:pt x="1189703" y="230509"/>
                    <a:pt x="1159136" y="230509"/>
                  </a:cubicBezTo>
                  <a:lnTo>
                    <a:pt x="115254" y="230509"/>
                  </a:lnTo>
                  <a:cubicBezTo>
                    <a:pt x="84687" y="230509"/>
                    <a:pt x="55372" y="218366"/>
                    <a:pt x="33757" y="196752"/>
                  </a:cubicBezTo>
                  <a:cubicBezTo>
                    <a:pt x="12143" y="175137"/>
                    <a:pt x="0" y="145822"/>
                    <a:pt x="0" y="115254"/>
                  </a:cubicBezTo>
                  <a:lnTo>
                    <a:pt x="0" y="115254"/>
                  </a:lnTo>
                  <a:cubicBezTo>
                    <a:pt x="0" y="84687"/>
                    <a:pt x="12143" y="55372"/>
                    <a:pt x="33757" y="33757"/>
                  </a:cubicBezTo>
                  <a:cubicBezTo>
                    <a:pt x="55372" y="12143"/>
                    <a:pt x="84687" y="0"/>
                    <a:pt x="115254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274390" cy="3067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24650" y="7391943"/>
            <a:ext cx="4838700" cy="875214"/>
            <a:chOff x="0" y="0"/>
            <a:chExt cx="1274390" cy="23050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74390" cy="230509"/>
            </a:xfrm>
            <a:custGeom>
              <a:avLst/>
              <a:gdLst/>
              <a:ahLst/>
              <a:cxnLst/>
              <a:rect l="l" t="t" r="r" b="b"/>
              <a:pathLst>
                <a:path w="1274390" h="230509">
                  <a:moveTo>
                    <a:pt x="115254" y="0"/>
                  </a:moveTo>
                  <a:lnTo>
                    <a:pt x="1159136" y="0"/>
                  </a:lnTo>
                  <a:cubicBezTo>
                    <a:pt x="1189703" y="0"/>
                    <a:pt x="1219019" y="12143"/>
                    <a:pt x="1240633" y="33757"/>
                  </a:cubicBezTo>
                  <a:cubicBezTo>
                    <a:pt x="1262247" y="55372"/>
                    <a:pt x="1274390" y="84687"/>
                    <a:pt x="1274390" y="115254"/>
                  </a:cubicBezTo>
                  <a:lnTo>
                    <a:pt x="1274390" y="115254"/>
                  </a:lnTo>
                  <a:cubicBezTo>
                    <a:pt x="1274390" y="145822"/>
                    <a:pt x="1262247" y="175137"/>
                    <a:pt x="1240633" y="196752"/>
                  </a:cubicBezTo>
                  <a:cubicBezTo>
                    <a:pt x="1219019" y="218366"/>
                    <a:pt x="1189703" y="230509"/>
                    <a:pt x="1159136" y="230509"/>
                  </a:cubicBezTo>
                  <a:lnTo>
                    <a:pt x="115254" y="230509"/>
                  </a:lnTo>
                  <a:cubicBezTo>
                    <a:pt x="84687" y="230509"/>
                    <a:pt x="55372" y="218366"/>
                    <a:pt x="33757" y="196752"/>
                  </a:cubicBezTo>
                  <a:cubicBezTo>
                    <a:pt x="12143" y="175137"/>
                    <a:pt x="0" y="145822"/>
                    <a:pt x="0" y="115254"/>
                  </a:cubicBezTo>
                  <a:lnTo>
                    <a:pt x="0" y="115254"/>
                  </a:lnTo>
                  <a:cubicBezTo>
                    <a:pt x="0" y="84687"/>
                    <a:pt x="12143" y="55372"/>
                    <a:pt x="33757" y="33757"/>
                  </a:cubicBezTo>
                  <a:cubicBezTo>
                    <a:pt x="55372" y="12143"/>
                    <a:pt x="84687" y="0"/>
                    <a:pt x="115254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274390" cy="3067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1550" y="7391943"/>
            <a:ext cx="4838700" cy="875214"/>
            <a:chOff x="0" y="0"/>
            <a:chExt cx="1274390" cy="23050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74390" cy="230509"/>
            </a:xfrm>
            <a:custGeom>
              <a:avLst/>
              <a:gdLst/>
              <a:ahLst/>
              <a:cxnLst/>
              <a:rect l="l" t="t" r="r" b="b"/>
              <a:pathLst>
                <a:path w="1274390" h="230509">
                  <a:moveTo>
                    <a:pt x="115254" y="0"/>
                  </a:moveTo>
                  <a:lnTo>
                    <a:pt x="1159136" y="0"/>
                  </a:lnTo>
                  <a:cubicBezTo>
                    <a:pt x="1189703" y="0"/>
                    <a:pt x="1219019" y="12143"/>
                    <a:pt x="1240633" y="33757"/>
                  </a:cubicBezTo>
                  <a:cubicBezTo>
                    <a:pt x="1262247" y="55372"/>
                    <a:pt x="1274390" y="84687"/>
                    <a:pt x="1274390" y="115254"/>
                  </a:cubicBezTo>
                  <a:lnTo>
                    <a:pt x="1274390" y="115254"/>
                  </a:lnTo>
                  <a:cubicBezTo>
                    <a:pt x="1274390" y="145822"/>
                    <a:pt x="1262247" y="175137"/>
                    <a:pt x="1240633" y="196752"/>
                  </a:cubicBezTo>
                  <a:cubicBezTo>
                    <a:pt x="1219019" y="218366"/>
                    <a:pt x="1189703" y="230509"/>
                    <a:pt x="1159136" y="230509"/>
                  </a:cubicBezTo>
                  <a:lnTo>
                    <a:pt x="115254" y="230509"/>
                  </a:lnTo>
                  <a:cubicBezTo>
                    <a:pt x="84687" y="230509"/>
                    <a:pt x="55372" y="218366"/>
                    <a:pt x="33757" y="196752"/>
                  </a:cubicBezTo>
                  <a:cubicBezTo>
                    <a:pt x="12143" y="175137"/>
                    <a:pt x="0" y="145822"/>
                    <a:pt x="0" y="115254"/>
                  </a:cubicBezTo>
                  <a:lnTo>
                    <a:pt x="0" y="115254"/>
                  </a:lnTo>
                  <a:cubicBezTo>
                    <a:pt x="0" y="84687"/>
                    <a:pt x="12143" y="55372"/>
                    <a:pt x="33757" y="33757"/>
                  </a:cubicBezTo>
                  <a:cubicBezTo>
                    <a:pt x="55372" y="12143"/>
                    <a:pt x="84687" y="0"/>
                    <a:pt x="115254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1274390" cy="3067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71550" y="8715375"/>
            <a:ext cx="483870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2400" spc="-132">
                <a:solidFill>
                  <a:srgbClr val="F5F7FA"/>
                </a:solidFill>
                <a:latin typeface="Work Sans"/>
                <a:ea typeface="Work Sans"/>
                <a:cs typeface="Work Sans"/>
                <a:sym typeface="Work Sans"/>
              </a:rPr>
              <a:t>Customer Satisfaction Rate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24650" y="8715375"/>
            <a:ext cx="483870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2400" spc="-132">
                <a:solidFill>
                  <a:srgbClr val="F5F7FA"/>
                </a:solidFill>
                <a:latin typeface="Work Sans"/>
                <a:ea typeface="Work Sans"/>
                <a:cs typeface="Work Sans"/>
                <a:sym typeface="Work Sans"/>
              </a:rPr>
              <a:t>On-Time Project Delivery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06425" y="7615754"/>
            <a:ext cx="318135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54"/>
              </a:lnSpc>
              <a:spcBef>
                <a:spcPct val="0"/>
              </a:spcBef>
            </a:pPr>
            <a:r>
              <a:rPr lang="en-US" sz="2962" b="1" spc="-162">
                <a:solidFill>
                  <a:srgbClr val="627D98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$5 million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53325" y="7615754"/>
            <a:ext cx="318135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54"/>
              </a:lnSpc>
              <a:spcBef>
                <a:spcPct val="0"/>
              </a:spcBef>
            </a:pPr>
            <a:r>
              <a:rPr lang="en-US" sz="2962" b="1" spc="-162">
                <a:solidFill>
                  <a:srgbClr val="627D98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100%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00225" y="7615754"/>
            <a:ext cx="318135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54"/>
              </a:lnSpc>
              <a:spcBef>
                <a:spcPct val="0"/>
              </a:spcBef>
            </a:pPr>
            <a:r>
              <a:rPr lang="en-US" sz="2962" b="1" spc="-162">
                <a:solidFill>
                  <a:srgbClr val="627D98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85%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172950" y="941405"/>
            <a:ext cx="5448300" cy="6181325"/>
            <a:chOff x="0" y="0"/>
            <a:chExt cx="2661158" cy="3019196"/>
          </a:xfrm>
        </p:grpSpPr>
        <p:sp>
          <p:nvSpPr>
            <p:cNvPr id="26" name="Freeform 26"/>
            <p:cNvSpPr/>
            <p:nvPr/>
          </p:nvSpPr>
          <p:spPr>
            <a:xfrm>
              <a:off x="54483" y="50038"/>
              <a:ext cx="2552065" cy="2919755"/>
            </a:xfrm>
            <a:custGeom>
              <a:avLst/>
              <a:gdLst/>
              <a:ahLst/>
              <a:cxnLst/>
              <a:rect l="l" t="t" r="r" b="b"/>
              <a:pathLst>
                <a:path w="2552065" h="2919755">
                  <a:moveTo>
                    <a:pt x="2464435" y="2919755"/>
                  </a:moveTo>
                  <a:lnTo>
                    <a:pt x="87757" y="2919755"/>
                  </a:lnTo>
                  <a:cubicBezTo>
                    <a:pt x="39370" y="2919755"/>
                    <a:pt x="0" y="2880512"/>
                    <a:pt x="0" y="2831998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2464308" y="0"/>
                  </a:lnTo>
                  <a:cubicBezTo>
                    <a:pt x="2512695" y="0"/>
                    <a:pt x="2552065" y="39243"/>
                    <a:pt x="2552065" y="87757"/>
                  </a:cubicBezTo>
                  <a:lnTo>
                    <a:pt x="2552065" y="2831998"/>
                  </a:lnTo>
                  <a:cubicBezTo>
                    <a:pt x="2552065" y="2880385"/>
                    <a:pt x="2512822" y="2919755"/>
                    <a:pt x="2464308" y="2919755"/>
                  </a:cubicBezTo>
                  <a:close/>
                </a:path>
              </a:pathLst>
            </a:custGeom>
            <a:blipFill>
              <a:blip r:embed="rId2"/>
              <a:stretch>
                <a:fillRect l="-339" r="-339"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2661031" cy="3019069"/>
            </a:xfrm>
            <a:custGeom>
              <a:avLst/>
              <a:gdLst/>
              <a:ahLst/>
              <a:cxnLst/>
              <a:rect l="l" t="t" r="r" b="b"/>
              <a:pathLst>
                <a:path w="2661031" h="3019069">
                  <a:moveTo>
                    <a:pt x="0" y="91567"/>
                  </a:moveTo>
                  <a:lnTo>
                    <a:pt x="0" y="2927502"/>
                  </a:lnTo>
                  <a:cubicBezTo>
                    <a:pt x="0" y="2978048"/>
                    <a:pt x="41021" y="3019069"/>
                    <a:pt x="91567" y="3019069"/>
                  </a:cubicBezTo>
                  <a:lnTo>
                    <a:pt x="2569464" y="3019069"/>
                  </a:lnTo>
                  <a:cubicBezTo>
                    <a:pt x="2620010" y="3019069"/>
                    <a:pt x="2661031" y="2978048"/>
                    <a:pt x="2661031" y="2927502"/>
                  </a:cubicBezTo>
                  <a:lnTo>
                    <a:pt x="2661031" y="91567"/>
                  </a:lnTo>
                  <a:cubicBezTo>
                    <a:pt x="2661031" y="41021"/>
                    <a:pt x="2620010" y="0"/>
                    <a:pt x="2569464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1819275" y="331724"/>
                  </a:moveTo>
                  <a:lnTo>
                    <a:pt x="2478405" y="331724"/>
                  </a:lnTo>
                  <a:cubicBezTo>
                    <a:pt x="2528951" y="331724"/>
                    <a:pt x="2569972" y="372745"/>
                    <a:pt x="2569972" y="423291"/>
                  </a:cubicBezTo>
                  <a:lnTo>
                    <a:pt x="2569972" y="2836443"/>
                  </a:lnTo>
                  <a:cubicBezTo>
                    <a:pt x="2569972" y="2886989"/>
                    <a:pt x="2528951" y="2928010"/>
                    <a:pt x="2478405" y="2928010"/>
                  </a:cubicBezTo>
                  <a:lnTo>
                    <a:pt x="182753" y="2928010"/>
                  </a:lnTo>
                  <a:cubicBezTo>
                    <a:pt x="132207" y="2928010"/>
                    <a:pt x="91186" y="2886989"/>
                    <a:pt x="91186" y="2836443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1522222" y="91186"/>
                  </a:lnTo>
                  <a:cubicBezTo>
                    <a:pt x="1548257" y="91186"/>
                    <a:pt x="1573149" y="102235"/>
                    <a:pt x="1590548" y="121666"/>
                  </a:cubicBezTo>
                  <a:lnTo>
                    <a:pt x="1751203" y="301244"/>
                  </a:lnTo>
                  <a:cubicBezTo>
                    <a:pt x="1768602" y="320675"/>
                    <a:pt x="1793367" y="331724"/>
                    <a:pt x="1819529" y="331724"/>
                  </a:cubicBezTo>
                  <a:lnTo>
                    <a:pt x="1819275" y="331724"/>
                  </a:lnTo>
                  <a:close/>
                </a:path>
              </a:pathLst>
            </a:custGeom>
            <a:solidFill>
              <a:srgbClr val="334E68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6419850" y="941405"/>
            <a:ext cx="5448300" cy="6181325"/>
            <a:chOff x="0" y="0"/>
            <a:chExt cx="2661158" cy="3019196"/>
          </a:xfrm>
        </p:grpSpPr>
        <p:sp>
          <p:nvSpPr>
            <p:cNvPr id="29" name="Freeform 29"/>
            <p:cNvSpPr/>
            <p:nvPr/>
          </p:nvSpPr>
          <p:spPr>
            <a:xfrm>
              <a:off x="54483" y="50038"/>
              <a:ext cx="2552065" cy="2919755"/>
            </a:xfrm>
            <a:custGeom>
              <a:avLst/>
              <a:gdLst/>
              <a:ahLst/>
              <a:cxnLst/>
              <a:rect l="l" t="t" r="r" b="b"/>
              <a:pathLst>
                <a:path w="2552065" h="2919755">
                  <a:moveTo>
                    <a:pt x="2464435" y="2919755"/>
                  </a:moveTo>
                  <a:lnTo>
                    <a:pt x="87757" y="2919755"/>
                  </a:lnTo>
                  <a:cubicBezTo>
                    <a:pt x="39370" y="2919755"/>
                    <a:pt x="0" y="2880512"/>
                    <a:pt x="0" y="2831998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2464308" y="0"/>
                  </a:lnTo>
                  <a:cubicBezTo>
                    <a:pt x="2512695" y="0"/>
                    <a:pt x="2552065" y="39243"/>
                    <a:pt x="2552065" y="87757"/>
                  </a:cubicBezTo>
                  <a:lnTo>
                    <a:pt x="2552065" y="2831998"/>
                  </a:lnTo>
                  <a:cubicBezTo>
                    <a:pt x="2552065" y="2880385"/>
                    <a:pt x="2512822" y="2919755"/>
                    <a:pt x="2464308" y="2919755"/>
                  </a:cubicBezTo>
                  <a:close/>
                </a:path>
              </a:pathLst>
            </a:custGeom>
            <a:blipFill>
              <a:blip r:embed="rId3"/>
              <a:stretch>
                <a:fillRect l="-339" r="-339"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2661031" cy="3019069"/>
            </a:xfrm>
            <a:custGeom>
              <a:avLst/>
              <a:gdLst/>
              <a:ahLst/>
              <a:cxnLst/>
              <a:rect l="l" t="t" r="r" b="b"/>
              <a:pathLst>
                <a:path w="2661031" h="3019069">
                  <a:moveTo>
                    <a:pt x="0" y="91567"/>
                  </a:moveTo>
                  <a:lnTo>
                    <a:pt x="0" y="2927502"/>
                  </a:lnTo>
                  <a:cubicBezTo>
                    <a:pt x="0" y="2978048"/>
                    <a:pt x="41021" y="3019069"/>
                    <a:pt x="91567" y="3019069"/>
                  </a:cubicBezTo>
                  <a:lnTo>
                    <a:pt x="2569464" y="3019069"/>
                  </a:lnTo>
                  <a:cubicBezTo>
                    <a:pt x="2620010" y="3019069"/>
                    <a:pt x="2661031" y="2978048"/>
                    <a:pt x="2661031" y="2927502"/>
                  </a:cubicBezTo>
                  <a:lnTo>
                    <a:pt x="2661031" y="91567"/>
                  </a:lnTo>
                  <a:cubicBezTo>
                    <a:pt x="2661031" y="41021"/>
                    <a:pt x="2620010" y="0"/>
                    <a:pt x="2569464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1819275" y="331724"/>
                  </a:moveTo>
                  <a:lnTo>
                    <a:pt x="2478405" y="331724"/>
                  </a:lnTo>
                  <a:cubicBezTo>
                    <a:pt x="2528951" y="331724"/>
                    <a:pt x="2569972" y="372745"/>
                    <a:pt x="2569972" y="423291"/>
                  </a:cubicBezTo>
                  <a:lnTo>
                    <a:pt x="2569972" y="2836443"/>
                  </a:lnTo>
                  <a:cubicBezTo>
                    <a:pt x="2569972" y="2886989"/>
                    <a:pt x="2528951" y="2928010"/>
                    <a:pt x="2478405" y="2928010"/>
                  </a:cubicBezTo>
                  <a:lnTo>
                    <a:pt x="182753" y="2928010"/>
                  </a:lnTo>
                  <a:cubicBezTo>
                    <a:pt x="132207" y="2928010"/>
                    <a:pt x="91186" y="2886989"/>
                    <a:pt x="91186" y="2836443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1522222" y="91186"/>
                  </a:lnTo>
                  <a:cubicBezTo>
                    <a:pt x="1548257" y="91186"/>
                    <a:pt x="1573149" y="102235"/>
                    <a:pt x="1590548" y="121666"/>
                  </a:cubicBezTo>
                  <a:lnTo>
                    <a:pt x="1751203" y="301244"/>
                  </a:lnTo>
                  <a:cubicBezTo>
                    <a:pt x="1768602" y="320675"/>
                    <a:pt x="1793367" y="331724"/>
                    <a:pt x="1819529" y="331724"/>
                  </a:cubicBezTo>
                  <a:lnTo>
                    <a:pt x="1819275" y="331724"/>
                  </a:lnTo>
                  <a:close/>
                </a:path>
              </a:pathLst>
            </a:custGeom>
            <a:solidFill>
              <a:srgbClr val="334E68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66750" y="941405"/>
            <a:ext cx="5448300" cy="6181325"/>
            <a:chOff x="0" y="0"/>
            <a:chExt cx="2661158" cy="3019196"/>
          </a:xfrm>
        </p:grpSpPr>
        <p:sp>
          <p:nvSpPr>
            <p:cNvPr id="32" name="Freeform 32"/>
            <p:cNvSpPr/>
            <p:nvPr/>
          </p:nvSpPr>
          <p:spPr>
            <a:xfrm>
              <a:off x="54483" y="50038"/>
              <a:ext cx="2552065" cy="2919755"/>
            </a:xfrm>
            <a:custGeom>
              <a:avLst/>
              <a:gdLst/>
              <a:ahLst/>
              <a:cxnLst/>
              <a:rect l="l" t="t" r="r" b="b"/>
              <a:pathLst>
                <a:path w="2552065" h="2919755">
                  <a:moveTo>
                    <a:pt x="2464435" y="2919755"/>
                  </a:moveTo>
                  <a:lnTo>
                    <a:pt x="87757" y="2919755"/>
                  </a:lnTo>
                  <a:cubicBezTo>
                    <a:pt x="39370" y="2919755"/>
                    <a:pt x="0" y="2880512"/>
                    <a:pt x="0" y="2831998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2464308" y="0"/>
                  </a:lnTo>
                  <a:cubicBezTo>
                    <a:pt x="2512695" y="0"/>
                    <a:pt x="2552065" y="39243"/>
                    <a:pt x="2552065" y="87757"/>
                  </a:cubicBezTo>
                  <a:lnTo>
                    <a:pt x="2552065" y="2831998"/>
                  </a:lnTo>
                  <a:cubicBezTo>
                    <a:pt x="2552065" y="2880385"/>
                    <a:pt x="2512822" y="2919755"/>
                    <a:pt x="2464308" y="2919755"/>
                  </a:cubicBezTo>
                  <a:close/>
                </a:path>
              </a:pathLst>
            </a:custGeom>
            <a:blipFill>
              <a:blip r:embed="rId4"/>
              <a:stretch>
                <a:fillRect l="-339" r="-339"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2661031" cy="3019069"/>
            </a:xfrm>
            <a:custGeom>
              <a:avLst/>
              <a:gdLst/>
              <a:ahLst/>
              <a:cxnLst/>
              <a:rect l="l" t="t" r="r" b="b"/>
              <a:pathLst>
                <a:path w="2661031" h="3019069">
                  <a:moveTo>
                    <a:pt x="0" y="91567"/>
                  </a:moveTo>
                  <a:lnTo>
                    <a:pt x="0" y="2927502"/>
                  </a:lnTo>
                  <a:cubicBezTo>
                    <a:pt x="0" y="2978048"/>
                    <a:pt x="41021" y="3019069"/>
                    <a:pt x="91567" y="3019069"/>
                  </a:cubicBezTo>
                  <a:lnTo>
                    <a:pt x="2569464" y="3019069"/>
                  </a:lnTo>
                  <a:cubicBezTo>
                    <a:pt x="2620010" y="3019069"/>
                    <a:pt x="2661031" y="2978048"/>
                    <a:pt x="2661031" y="2927502"/>
                  </a:cubicBezTo>
                  <a:lnTo>
                    <a:pt x="2661031" y="91567"/>
                  </a:lnTo>
                  <a:cubicBezTo>
                    <a:pt x="2661031" y="41021"/>
                    <a:pt x="2620010" y="0"/>
                    <a:pt x="2569464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1819275" y="331724"/>
                  </a:moveTo>
                  <a:lnTo>
                    <a:pt x="2478405" y="331724"/>
                  </a:lnTo>
                  <a:cubicBezTo>
                    <a:pt x="2528951" y="331724"/>
                    <a:pt x="2569972" y="372745"/>
                    <a:pt x="2569972" y="423291"/>
                  </a:cubicBezTo>
                  <a:lnTo>
                    <a:pt x="2569972" y="2836443"/>
                  </a:lnTo>
                  <a:cubicBezTo>
                    <a:pt x="2569972" y="2886989"/>
                    <a:pt x="2528951" y="2928010"/>
                    <a:pt x="2478405" y="2928010"/>
                  </a:cubicBezTo>
                  <a:lnTo>
                    <a:pt x="182753" y="2928010"/>
                  </a:lnTo>
                  <a:cubicBezTo>
                    <a:pt x="132207" y="2928010"/>
                    <a:pt x="91186" y="2886989"/>
                    <a:pt x="91186" y="2836443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1522222" y="91186"/>
                  </a:lnTo>
                  <a:cubicBezTo>
                    <a:pt x="1548257" y="91186"/>
                    <a:pt x="1573149" y="102235"/>
                    <a:pt x="1590548" y="121666"/>
                  </a:cubicBezTo>
                  <a:lnTo>
                    <a:pt x="1751203" y="301244"/>
                  </a:lnTo>
                  <a:cubicBezTo>
                    <a:pt x="1768602" y="320675"/>
                    <a:pt x="1793367" y="331724"/>
                    <a:pt x="1819529" y="331724"/>
                  </a:cubicBezTo>
                  <a:lnTo>
                    <a:pt x="1819275" y="331724"/>
                  </a:lnTo>
                  <a:close/>
                </a:path>
              </a:pathLst>
            </a:custGeom>
            <a:solidFill>
              <a:srgbClr val="334E68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12477750" y="8715375"/>
            <a:ext cx="483870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2400" spc="-132">
                <a:solidFill>
                  <a:srgbClr val="F5F7FA"/>
                </a:solidFill>
                <a:latin typeface="Work Sans"/>
                <a:ea typeface="Work Sans"/>
                <a:cs typeface="Work Sans"/>
                <a:sym typeface="Work Sans"/>
              </a:rPr>
              <a:t>Quarterly Revenue Achieved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E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657600"/>
            <a:ext cx="8324850" cy="5962650"/>
            <a:chOff x="0" y="0"/>
            <a:chExt cx="2192553" cy="1570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570410"/>
            </a:xfrm>
            <a:custGeom>
              <a:avLst/>
              <a:gdLst/>
              <a:ahLst/>
              <a:cxnLst/>
              <a:rect l="l" t="t" r="r" b="b"/>
              <a:pathLst>
                <a:path w="2192553" h="1570410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3657600"/>
            <a:ext cx="8334375" cy="5962650"/>
            <a:chOff x="0" y="0"/>
            <a:chExt cx="2195062" cy="15704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5062" cy="1570410"/>
            </a:xfrm>
            <a:custGeom>
              <a:avLst/>
              <a:gdLst/>
              <a:ahLst/>
              <a:cxnLst/>
              <a:rect l="l" t="t" r="r" b="b"/>
              <a:pathLst>
                <a:path w="2195062" h="1570410">
                  <a:moveTo>
                    <a:pt x="37157" y="0"/>
                  </a:moveTo>
                  <a:lnTo>
                    <a:pt x="2157905" y="0"/>
                  </a:lnTo>
                  <a:cubicBezTo>
                    <a:pt x="2178426" y="0"/>
                    <a:pt x="2195062" y="16636"/>
                    <a:pt x="2195062" y="37157"/>
                  </a:cubicBezTo>
                  <a:lnTo>
                    <a:pt x="2195062" y="1533253"/>
                  </a:lnTo>
                  <a:cubicBezTo>
                    <a:pt x="2195062" y="1553774"/>
                    <a:pt x="2178426" y="1570410"/>
                    <a:pt x="2157905" y="1570410"/>
                  </a:cubicBezTo>
                  <a:lnTo>
                    <a:pt x="37157" y="1570410"/>
                  </a:lnTo>
                  <a:cubicBezTo>
                    <a:pt x="16636" y="1570410"/>
                    <a:pt x="0" y="1553774"/>
                    <a:pt x="0" y="1533253"/>
                  </a:cubicBezTo>
                  <a:lnTo>
                    <a:pt x="0" y="37157"/>
                  </a:lnTo>
                  <a:cubicBezTo>
                    <a:pt x="0" y="16636"/>
                    <a:pt x="16636" y="0"/>
                    <a:pt x="37157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5062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F5F7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2105025" y="4248150"/>
            <a:ext cx="5448300" cy="1728893"/>
            <a:chOff x="0" y="0"/>
            <a:chExt cx="7264400" cy="230519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264400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165">
                  <a:solidFill>
                    <a:srgbClr val="627D98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Clear Typography for Professional Presentations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457465"/>
              <a:ext cx="7264400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Use simple fonts, maintain legibility, and ensure consistency.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34675" y="4248150"/>
            <a:ext cx="5448300" cy="1728893"/>
            <a:chOff x="0" y="0"/>
            <a:chExt cx="7264400" cy="230519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264400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165">
                  <a:solidFill>
                    <a:srgbClr val="627D98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Consistent Color Coding for Data Clarity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457465"/>
              <a:ext cx="7264400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Apply uniform colors to categories for easy data interpretation.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105025" y="1641475"/>
            <a:ext cx="14077950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9"/>
              </a:lnSpc>
            </a:pPr>
            <a:r>
              <a:rPr lang="en-US" sz="6999" b="1" u="none" strike="noStrike" spc="-384">
                <a:solidFill>
                  <a:srgbClr val="334E68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Design Tips</a:t>
            </a:r>
          </a:p>
        </p:txBody>
      </p:sp>
      <p:sp>
        <p:nvSpPr>
          <p:cNvPr id="17" name="Freeform 17"/>
          <p:cNvSpPr/>
          <p:nvPr/>
        </p:nvSpPr>
        <p:spPr>
          <a:xfrm>
            <a:off x="9868526" y="4248150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5" y="0"/>
                </a:lnTo>
                <a:lnTo>
                  <a:pt x="460535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39691" y="4248150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E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F5F7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3657600"/>
            <a:ext cx="16954500" cy="5962650"/>
            <a:chOff x="0" y="0"/>
            <a:chExt cx="4465383" cy="15704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65383" cy="1570410"/>
            </a:xfrm>
            <a:custGeom>
              <a:avLst/>
              <a:gdLst/>
              <a:ahLst/>
              <a:cxnLst/>
              <a:rect l="l" t="t" r="r" b="b"/>
              <a:pathLst>
                <a:path w="4465383" h="1570410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1552145"/>
                  </a:lnTo>
                  <a:cubicBezTo>
                    <a:pt x="4465383" y="1562232"/>
                    <a:pt x="4457205" y="1570410"/>
                    <a:pt x="4447118" y="1570410"/>
                  </a:cubicBezTo>
                  <a:lnTo>
                    <a:pt x="18265" y="1570410"/>
                  </a:lnTo>
                  <a:cubicBezTo>
                    <a:pt x="8178" y="1570410"/>
                    <a:pt x="0" y="1562232"/>
                    <a:pt x="0" y="1552145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46538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05025" y="1641475"/>
            <a:ext cx="14077950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9"/>
              </a:lnSpc>
            </a:pPr>
            <a:r>
              <a:rPr lang="en-US" sz="6999" b="1" spc="-384">
                <a:solidFill>
                  <a:srgbClr val="334E68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Meeting Agenda Overview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05025" y="6032373"/>
            <a:ext cx="2571750" cy="1803654"/>
            <a:chOff x="0" y="0"/>
            <a:chExt cx="3429000" cy="2404872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3429000" cy="708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3499" b="1" spc="-192">
                  <a:solidFill>
                    <a:srgbClr val="627D98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Event One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138047"/>
              <a:ext cx="3429000" cy="1266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Discuss project milestones and timelines.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80665" y="6032373"/>
            <a:ext cx="2549210" cy="1489329"/>
            <a:chOff x="0" y="0"/>
            <a:chExt cx="3398946" cy="1985772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3398946" cy="708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3499" b="1" spc="-192">
                  <a:solidFill>
                    <a:srgbClr val="627D98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Event Two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138047"/>
              <a:ext cx="3398946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Review team roles and responsibilities.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611225" y="6032373"/>
            <a:ext cx="2571750" cy="1803654"/>
            <a:chOff x="0" y="0"/>
            <a:chExt cx="3429000" cy="2404872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9525"/>
              <a:ext cx="3429000" cy="708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3499" b="1" spc="-192">
                  <a:solidFill>
                    <a:srgbClr val="627D98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Event Three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138047"/>
              <a:ext cx="3429000" cy="1266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Address budget allocations and resources.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2294176" y="5146318"/>
            <a:ext cx="15327074" cy="0"/>
          </a:xfrm>
          <a:prstGeom prst="line">
            <a:avLst/>
          </a:prstGeom>
          <a:ln w="38100" cap="flat">
            <a:solidFill>
              <a:srgbClr val="334E6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7858125" y="4984393"/>
            <a:ext cx="323850" cy="323850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4E68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3611225" y="4984393"/>
            <a:ext cx="323850" cy="323850"/>
            <a:chOff x="0" y="0"/>
            <a:chExt cx="6350000" cy="635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4E68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2105025" y="4984393"/>
            <a:ext cx="323850" cy="323850"/>
            <a:chOff x="0" y="0"/>
            <a:chExt cx="6350000" cy="6350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4E68"/>
            </a:solid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657600"/>
            <a:ext cx="8324850" cy="5962650"/>
            <a:chOff x="0" y="0"/>
            <a:chExt cx="2192553" cy="1570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570410"/>
            </a:xfrm>
            <a:custGeom>
              <a:avLst/>
              <a:gdLst/>
              <a:ahLst/>
              <a:cxnLst/>
              <a:rect l="l" t="t" r="r" b="b"/>
              <a:pathLst>
                <a:path w="2192553" h="1570410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334E6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3657600"/>
            <a:ext cx="8324850" cy="5962650"/>
            <a:chOff x="0" y="0"/>
            <a:chExt cx="2192553" cy="15704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2553" cy="1570410"/>
            </a:xfrm>
            <a:custGeom>
              <a:avLst/>
              <a:gdLst/>
              <a:ahLst/>
              <a:cxnLst/>
              <a:rect l="l" t="t" r="r" b="b"/>
              <a:pathLst>
                <a:path w="2192553" h="1570410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334E6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9075" y="3946457"/>
            <a:ext cx="7640200" cy="3606286"/>
            <a:chOff x="0" y="0"/>
            <a:chExt cx="3105578" cy="14658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05579" cy="1465891"/>
            </a:xfrm>
            <a:custGeom>
              <a:avLst/>
              <a:gdLst/>
              <a:ahLst/>
              <a:cxnLst/>
              <a:rect l="l" t="t" r="r" b="b"/>
              <a:pathLst>
                <a:path w="3105579" h="1465891">
                  <a:moveTo>
                    <a:pt x="2618136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2927906" y="1465891"/>
                  </a:lnTo>
                  <a:cubicBezTo>
                    <a:pt x="3026032" y="1465891"/>
                    <a:pt x="3105579" y="1386344"/>
                    <a:pt x="3105579" y="1288218"/>
                  </a:cubicBezTo>
                  <a:lnTo>
                    <a:pt x="3105579" y="523958"/>
                  </a:lnTo>
                  <a:cubicBezTo>
                    <a:pt x="3105579" y="480251"/>
                    <a:pt x="3089469" y="438079"/>
                    <a:pt x="3060330" y="405503"/>
                  </a:cubicBezTo>
                  <a:lnTo>
                    <a:pt x="2750553" y="59214"/>
                  </a:lnTo>
                  <a:cubicBezTo>
                    <a:pt x="2716849" y="21536"/>
                    <a:pt x="2668689" y="0"/>
                    <a:pt x="2618136" y="0"/>
                  </a:cubicBezTo>
                  <a:close/>
                </a:path>
              </a:pathLst>
            </a:custGeom>
            <a:blipFill>
              <a:blip r:embed="rId2"/>
              <a:stretch>
                <a:fillRect l="-483" r="-48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658350" y="3946457"/>
            <a:ext cx="7600950" cy="3606286"/>
            <a:chOff x="0" y="0"/>
            <a:chExt cx="3089623" cy="14658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89625" cy="1465891"/>
            </a:xfrm>
            <a:custGeom>
              <a:avLst/>
              <a:gdLst/>
              <a:ahLst/>
              <a:cxnLst/>
              <a:rect l="l" t="t" r="r" b="b"/>
              <a:pathLst>
                <a:path w="3089625" h="1465891">
                  <a:moveTo>
                    <a:pt x="260218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2911952" y="1465891"/>
                  </a:lnTo>
                  <a:cubicBezTo>
                    <a:pt x="3010078" y="1465891"/>
                    <a:pt x="3089625" y="1386344"/>
                    <a:pt x="3089625" y="1288218"/>
                  </a:cubicBezTo>
                  <a:lnTo>
                    <a:pt x="3089625" y="523958"/>
                  </a:lnTo>
                  <a:cubicBezTo>
                    <a:pt x="3089624" y="480251"/>
                    <a:pt x="3073515" y="438079"/>
                    <a:pt x="3044376" y="405503"/>
                  </a:cubicBezTo>
                  <a:lnTo>
                    <a:pt x="2734599" y="59214"/>
                  </a:lnTo>
                  <a:cubicBezTo>
                    <a:pt x="2700894" y="21536"/>
                    <a:pt x="2652735" y="0"/>
                    <a:pt x="2602182" y="0"/>
                  </a:cubicBezTo>
                  <a:close/>
                </a:path>
              </a:pathLst>
            </a:custGeom>
            <a:blipFill>
              <a:blip r:embed="rId3"/>
              <a:stretch>
                <a:fillRect l="-74" r="-7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7829550"/>
            <a:ext cx="6524625" cy="909881"/>
            <a:chOff x="0" y="0"/>
            <a:chExt cx="8699500" cy="121317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19050"/>
              <a:ext cx="869802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165">
                  <a:solidFill>
                    <a:srgbClr val="F5F7FA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Numbered Lists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62960"/>
              <a:ext cx="8699500" cy="450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0"/>
                </a:lnSpc>
              </a:pPr>
              <a:r>
                <a:rPr lang="en-US" sz="2100" b="1" spc="-115">
                  <a:solidFill>
                    <a:srgbClr val="F5F7FA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Clearly outline steps</a:t>
              </a:r>
              <a:r>
                <a:rPr lang="en-US" sz="2100" spc="-115">
                  <a:solidFill>
                    <a:srgbClr val="F5F7FA"/>
                  </a:solidFill>
                  <a:latin typeface="Work Sans"/>
                  <a:ea typeface="Work Sans"/>
                  <a:cs typeface="Work Sans"/>
                  <a:sym typeface="Work Sans"/>
                </a:rPr>
                <a:t> in any process.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58350" y="7829550"/>
            <a:ext cx="6524625" cy="909881"/>
            <a:chOff x="0" y="0"/>
            <a:chExt cx="8699500" cy="1213175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9050"/>
              <a:ext cx="869802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165">
                  <a:solidFill>
                    <a:srgbClr val="F5F7FA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Simple Iconography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62960"/>
              <a:ext cx="8699500" cy="450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0"/>
                </a:lnSpc>
              </a:pPr>
              <a:r>
                <a:rPr lang="en-US" sz="2100" b="1" spc="-115">
                  <a:solidFill>
                    <a:srgbClr val="F5F7FA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Utilize icons</a:t>
              </a:r>
              <a:r>
                <a:rPr lang="en-US" sz="2100" spc="-115">
                  <a:solidFill>
                    <a:srgbClr val="F5F7FA"/>
                  </a:solidFill>
                  <a:latin typeface="Work Sans"/>
                  <a:ea typeface="Work Sans"/>
                  <a:cs typeface="Work Sans"/>
                  <a:sym typeface="Work Sans"/>
                </a:rPr>
                <a:t> to represent actions effectively.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9FB3C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2105025" y="1638102"/>
            <a:ext cx="12639675" cy="895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66"/>
              </a:lnSpc>
              <a:spcBef>
                <a:spcPct val="0"/>
              </a:spcBef>
            </a:pPr>
            <a:r>
              <a:rPr lang="en-US" sz="6912" b="1" u="none" strike="noStrike" spc="-380">
                <a:solidFill>
                  <a:srgbClr val="334E68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Visualizing Processes Effectively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E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657600"/>
            <a:ext cx="8324850" cy="2828925"/>
            <a:chOff x="0" y="0"/>
            <a:chExt cx="2192553" cy="7450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745067"/>
            </a:xfrm>
            <a:custGeom>
              <a:avLst/>
              <a:gdLst/>
              <a:ahLst/>
              <a:cxnLst/>
              <a:rect l="l" t="t" r="r" b="b"/>
              <a:pathLst>
                <a:path w="2192553" h="745067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707868"/>
                  </a:lnTo>
                  <a:cubicBezTo>
                    <a:pt x="2192553" y="717733"/>
                    <a:pt x="2188634" y="727195"/>
                    <a:pt x="2181658" y="734171"/>
                  </a:cubicBezTo>
                  <a:cubicBezTo>
                    <a:pt x="2174682" y="741147"/>
                    <a:pt x="2165220" y="745067"/>
                    <a:pt x="2155354" y="745067"/>
                  </a:cubicBezTo>
                  <a:lnTo>
                    <a:pt x="37199" y="745067"/>
                  </a:lnTo>
                  <a:cubicBezTo>
                    <a:pt x="27333" y="745067"/>
                    <a:pt x="17872" y="741147"/>
                    <a:pt x="10895" y="734171"/>
                  </a:cubicBezTo>
                  <a:cubicBezTo>
                    <a:pt x="3919" y="727195"/>
                    <a:pt x="0" y="717733"/>
                    <a:pt x="0" y="707868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92553" cy="802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791325"/>
            <a:ext cx="8324850" cy="2828925"/>
            <a:chOff x="0" y="0"/>
            <a:chExt cx="2192553" cy="7450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2553" cy="745067"/>
            </a:xfrm>
            <a:custGeom>
              <a:avLst/>
              <a:gdLst/>
              <a:ahLst/>
              <a:cxnLst/>
              <a:rect l="l" t="t" r="r" b="b"/>
              <a:pathLst>
                <a:path w="2192553" h="745067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707868"/>
                  </a:lnTo>
                  <a:cubicBezTo>
                    <a:pt x="2192553" y="717733"/>
                    <a:pt x="2188634" y="727195"/>
                    <a:pt x="2181658" y="734171"/>
                  </a:cubicBezTo>
                  <a:cubicBezTo>
                    <a:pt x="2174682" y="741147"/>
                    <a:pt x="2165220" y="745067"/>
                    <a:pt x="2155354" y="745067"/>
                  </a:cubicBezTo>
                  <a:lnTo>
                    <a:pt x="37199" y="745067"/>
                  </a:lnTo>
                  <a:cubicBezTo>
                    <a:pt x="27333" y="745067"/>
                    <a:pt x="17872" y="741147"/>
                    <a:pt x="10895" y="734171"/>
                  </a:cubicBezTo>
                  <a:cubicBezTo>
                    <a:pt x="3919" y="727195"/>
                    <a:pt x="0" y="717733"/>
                    <a:pt x="0" y="707868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2553" cy="802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657600"/>
            <a:ext cx="8334375" cy="2828925"/>
            <a:chOff x="0" y="0"/>
            <a:chExt cx="2195062" cy="7450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5062" cy="745067"/>
            </a:xfrm>
            <a:custGeom>
              <a:avLst/>
              <a:gdLst/>
              <a:ahLst/>
              <a:cxnLst/>
              <a:rect l="l" t="t" r="r" b="b"/>
              <a:pathLst>
                <a:path w="2195062" h="745067">
                  <a:moveTo>
                    <a:pt x="37157" y="0"/>
                  </a:moveTo>
                  <a:lnTo>
                    <a:pt x="2157905" y="0"/>
                  </a:lnTo>
                  <a:cubicBezTo>
                    <a:pt x="2178426" y="0"/>
                    <a:pt x="2195062" y="16636"/>
                    <a:pt x="2195062" y="37157"/>
                  </a:cubicBezTo>
                  <a:lnTo>
                    <a:pt x="2195062" y="707910"/>
                  </a:lnTo>
                  <a:cubicBezTo>
                    <a:pt x="2195062" y="728431"/>
                    <a:pt x="2178426" y="745067"/>
                    <a:pt x="2157905" y="745067"/>
                  </a:cubicBezTo>
                  <a:lnTo>
                    <a:pt x="37157" y="745067"/>
                  </a:lnTo>
                  <a:cubicBezTo>
                    <a:pt x="16636" y="745067"/>
                    <a:pt x="0" y="728431"/>
                    <a:pt x="0" y="707910"/>
                  </a:cubicBezTo>
                  <a:lnTo>
                    <a:pt x="0" y="37157"/>
                  </a:lnTo>
                  <a:cubicBezTo>
                    <a:pt x="0" y="16636"/>
                    <a:pt x="16636" y="0"/>
                    <a:pt x="37157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195062" cy="802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791325"/>
            <a:ext cx="8334375" cy="2828925"/>
            <a:chOff x="0" y="0"/>
            <a:chExt cx="2195062" cy="7450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5062" cy="745067"/>
            </a:xfrm>
            <a:custGeom>
              <a:avLst/>
              <a:gdLst/>
              <a:ahLst/>
              <a:cxnLst/>
              <a:rect l="l" t="t" r="r" b="b"/>
              <a:pathLst>
                <a:path w="2195062" h="745067">
                  <a:moveTo>
                    <a:pt x="37157" y="0"/>
                  </a:moveTo>
                  <a:lnTo>
                    <a:pt x="2157905" y="0"/>
                  </a:lnTo>
                  <a:cubicBezTo>
                    <a:pt x="2178426" y="0"/>
                    <a:pt x="2195062" y="16636"/>
                    <a:pt x="2195062" y="37157"/>
                  </a:cubicBezTo>
                  <a:lnTo>
                    <a:pt x="2195062" y="707910"/>
                  </a:lnTo>
                  <a:cubicBezTo>
                    <a:pt x="2195062" y="728431"/>
                    <a:pt x="2178426" y="745067"/>
                    <a:pt x="2157905" y="745067"/>
                  </a:cubicBezTo>
                  <a:lnTo>
                    <a:pt x="37157" y="745067"/>
                  </a:lnTo>
                  <a:cubicBezTo>
                    <a:pt x="16636" y="745067"/>
                    <a:pt x="0" y="728431"/>
                    <a:pt x="0" y="707910"/>
                  </a:cubicBezTo>
                  <a:lnTo>
                    <a:pt x="0" y="37157"/>
                  </a:lnTo>
                  <a:cubicBezTo>
                    <a:pt x="0" y="16636"/>
                    <a:pt x="16636" y="0"/>
                    <a:pt x="37157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195062" cy="802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F5F7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105025" y="4248150"/>
            <a:ext cx="6141142" cy="1709843"/>
            <a:chOff x="0" y="0"/>
            <a:chExt cx="8188190" cy="227979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8188190" cy="1203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  <a:spcBef>
                  <a:spcPct val="0"/>
                </a:spcBef>
              </a:pPr>
              <a:r>
                <a:rPr lang="en-US" sz="2962" b="1" u="none" strike="noStrike" spc="-162">
                  <a:solidFill>
                    <a:srgbClr val="627D98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Flexibility in Template Design for Various Needs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432065"/>
              <a:ext cx="8188190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Templates allow easy adaptation to meet specific presentation goals.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105025" y="7381875"/>
            <a:ext cx="6141142" cy="1709843"/>
            <a:chOff x="0" y="0"/>
            <a:chExt cx="8188190" cy="227979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9525"/>
              <a:ext cx="8188190" cy="1203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  <a:spcBef>
                  <a:spcPct val="0"/>
                </a:spcBef>
              </a:pPr>
              <a:r>
                <a:rPr lang="en-US" sz="2962" b="1" u="none" strike="noStrike" spc="-162">
                  <a:solidFill>
                    <a:srgbClr val="627D98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Clarity in Information Presentation for Audience Engagement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432065"/>
              <a:ext cx="8188190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Utilize clear visuals to convey messages effectively and simply.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734675" y="4248150"/>
            <a:ext cx="6216102" cy="1709843"/>
            <a:chOff x="0" y="0"/>
            <a:chExt cx="8288136" cy="2279790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9525"/>
              <a:ext cx="8288136" cy="1203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  <a:spcBef>
                  <a:spcPct val="0"/>
                </a:spcBef>
              </a:pPr>
              <a:r>
                <a:rPr lang="en-US" sz="2962" b="1" u="none" strike="noStrike" spc="-162">
                  <a:solidFill>
                    <a:srgbClr val="627D98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Professionalism in Corporate Presentation Standards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432065"/>
              <a:ext cx="8288136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Maintain a polished look to enhance brand credibility and trust.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734675" y="7381875"/>
            <a:ext cx="6216102" cy="1709843"/>
            <a:chOff x="0" y="0"/>
            <a:chExt cx="8288136" cy="2279790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9525"/>
              <a:ext cx="8288136" cy="1203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  <a:spcBef>
                  <a:spcPct val="0"/>
                </a:spcBef>
              </a:pPr>
              <a:r>
                <a:rPr lang="en-US" sz="2962" b="1" u="none" strike="noStrike" spc="-162">
                  <a:solidFill>
                    <a:srgbClr val="627D98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Customization Tips for Tailoring to Corporate Identity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432065"/>
              <a:ext cx="8288136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Adjust colors and fonts to align with your brand's style.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105025" y="1641475"/>
            <a:ext cx="14077950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9"/>
              </a:lnSpc>
              <a:spcBef>
                <a:spcPct val="0"/>
              </a:spcBef>
            </a:pPr>
            <a:r>
              <a:rPr lang="en-US" sz="6999" b="1" u="none" strike="noStrike" spc="-384">
                <a:solidFill>
                  <a:srgbClr val="334E68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Usage Guidelines</a:t>
            </a:r>
          </a:p>
        </p:txBody>
      </p:sp>
      <p:sp>
        <p:nvSpPr>
          <p:cNvPr id="29" name="Freeform 29"/>
          <p:cNvSpPr/>
          <p:nvPr/>
        </p:nvSpPr>
        <p:spPr>
          <a:xfrm>
            <a:off x="1319620" y="4248150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969341" y="4248150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319620" y="7381875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969341" y="7381875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9FB3C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3657600"/>
            <a:ext cx="8324850" cy="5962650"/>
            <a:chOff x="0" y="0"/>
            <a:chExt cx="1289737" cy="9237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9737" cy="923771"/>
            </a:xfrm>
            <a:custGeom>
              <a:avLst/>
              <a:gdLst/>
              <a:ahLst/>
              <a:cxnLst/>
              <a:rect l="l" t="t" r="r" b="b"/>
              <a:pathLst>
                <a:path w="1289737" h="923771">
                  <a:moveTo>
                    <a:pt x="37199" y="0"/>
                  </a:moveTo>
                  <a:lnTo>
                    <a:pt x="1252538" y="0"/>
                  </a:lnTo>
                  <a:cubicBezTo>
                    <a:pt x="1262404" y="0"/>
                    <a:pt x="1271866" y="3919"/>
                    <a:pt x="1278842" y="10895"/>
                  </a:cubicBezTo>
                  <a:cubicBezTo>
                    <a:pt x="1285818" y="17872"/>
                    <a:pt x="1289737" y="27333"/>
                    <a:pt x="1289737" y="37199"/>
                  </a:cubicBezTo>
                  <a:lnTo>
                    <a:pt x="1289737" y="886571"/>
                  </a:lnTo>
                  <a:cubicBezTo>
                    <a:pt x="1289737" y="896437"/>
                    <a:pt x="1285818" y="905899"/>
                    <a:pt x="1278842" y="912875"/>
                  </a:cubicBezTo>
                  <a:cubicBezTo>
                    <a:pt x="1271866" y="919851"/>
                    <a:pt x="1262404" y="923771"/>
                    <a:pt x="1252538" y="923771"/>
                  </a:cubicBezTo>
                  <a:lnTo>
                    <a:pt x="37199" y="923771"/>
                  </a:lnTo>
                  <a:cubicBezTo>
                    <a:pt x="27333" y="923771"/>
                    <a:pt x="17872" y="919851"/>
                    <a:pt x="10895" y="912875"/>
                  </a:cubicBezTo>
                  <a:cubicBezTo>
                    <a:pt x="3919" y="905899"/>
                    <a:pt x="0" y="896437"/>
                    <a:pt x="0" y="88657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blipFill>
              <a:blip r:embed="rId2"/>
              <a:stretch>
                <a:fillRect l="-174" r="-17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320434" y="1570221"/>
            <a:ext cx="13424266" cy="103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00"/>
              </a:lnSpc>
            </a:pPr>
            <a:r>
              <a:rPr lang="en-US" sz="8000" b="1" spc="-440">
                <a:solidFill>
                  <a:srgbClr val="334E68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Thank You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296400" y="3657600"/>
            <a:ext cx="8324850" cy="5962650"/>
            <a:chOff x="0" y="0"/>
            <a:chExt cx="2192553" cy="15704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2553" cy="1570410"/>
            </a:xfrm>
            <a:custGeom>
              <a:avLst/>
              <a:gdLst/>
              <a:ahLst/>
              <a:cxnLst/>
              <a:rect l="l" t="t" r="r" b="b"/>
              <a:pathLst>
                <a:path w="2192553" h="1570410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D9E2E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34675" y="4248150"/>
            <a:ext cx="5448300" cy="855345"/>
            <a:chOff x="0" y="0"/>
            <a:chExt cx="7264400" cy="114046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165">
                  <a:solidFill>
                    <a:srgbClr val="627D98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Email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668655"/>
              <a:ext cx="72644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 strike="noStrike" spc="-115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hello@reallygreatsite.com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34675" y="6038952"/>
            <a:ext cx="5448300" cy="855345"/>
            <a:chOff x="0" y="0"/>
            <a:chExt cx="7264400" cy="114046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165">
                  <a:solidFill>
                    <a:srgbClr val="627D98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Social Media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68655"/>
              <a:ext cx="72644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 strike="noStrike" spc="-115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@reallygreatsite.com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34675" y="7829550"/>
            <a:ext cx="5448300" cy="838835"/>
            <a:chOff x="0" y="0"/>
            <a:chExt cx="7264400" cy="111844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165">
                  <a:solidFill>
                    <a:srgbClr val="627D98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Phone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659130"/>
              <a:ext cx="7264400" cy="459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110">
                  <a:solidFill>
                    <a:srgbClr val="334E68"/>
                  </a:solidFill>
                  <a:latin typeface="Work Sans"/>
                  <a:ea typeface="Work Sans"/>
                  <a:cs typeface="Work Sans"/>
                  <a:sym typeface="Work Sans"/>
                </a:rPr>
                <a:t>123-456-7890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9969341" y="4248150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969341" y="6038952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5"/>
                </a:lnTo>
                <a:lnTo>
                  <a:pt x="0" y="460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969341" y="7829754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5"/>
                </a:lnTo>
                <a:lnTo>
                  <a:pt x="0" y="460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Custom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Work Sans Bold</vt:lpstr>
      <vt:lpstr>Calibri</vt:lpstr>
      <vt:lpstr>Work Sans Semi-Bold</vt:lpstr>
      <vt:lpstr>Work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PowerPoint Template</dc:title>
  <dc:creator>PADMANAVA</dc:creator>
  <dc:description>Presentation - PowerPoint Template</dc:description>
  <cp:lastModifiedBy>mojumderpadmanava@gmail.com</cp:lastModifiedBy>
  <cp:revision>1</cp:revision>
  <dcterms:created xsi:type="dcterms:W3CDTF">2006-08-16T00:00:00Z</dcterms:created>
  <dcterms:modified xsi:type="dcterms:W3CDTF">2025-10-18T06:14:36Z</dcterms:modified>
  <dc:identifier>DAG14D70siQ</dc:identifier>
</cp:coreProperties>
</file>