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ITC Motter Corpus Semicondensed" panose="020B0604020202020204" charset="0"/>
      <p:regular r:id="rId7"/>
    </p:embeddedFont>
    <p:embeddedFont>
      <p:font typeface="Rubik" panose="020B0604020202020204" charset="-79"/>
      <p:regular r:id="rId8"/>
    </p:embeddedFont>
    <p:embeddedFont>
      <p:font typeface="Rubik Bold" panose="020B0604020202020204" charset="-79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6587588"/>
            <a:chOff x="0" y="0"/>
            <a:chExt cx="2192553" cy="17350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735003"/>
            </a:xfrm>
            <a:custGeom>
              <a:avLst/>
              <a:gdLst/>
              <a:ahLst/>
              <a:cxnLst/>
              <a:rect l="l" t="t" r="r" b="b"/>
              <a:pathLst>
                <a:path w="2192553" h="173500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7559138"/>
            <a:ext cx="5448300" cy="2061112"/>
            <a:chOff x="0" y="0"/>
            <a:chExt cx="1434943" cy="5428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542844"/>
            </a:xfrm>
            <a:custGeom>
              <a:avLst/>
              <a:gdLst/>
              <a:ahLst/>
              <a:cxnLst/>
              <a:rect l="l" t="t" r="r" b="b"/>
              <a:pathLst>
                <a:path w="1434943" h="54284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486005"/>
                  </a:lnTo>
                  <a:cubicBezTo>
                    <a:pt x="1434943" y="517397"/>
                    <a:pt x="1409495" y="542844"/>
                    <a:pt x="1378104" y="542844"/>
                  </a:cubicBezTo>
                  <a:lnTo>
                    <a:pt x="56839" y="542844"/>
                  </a:lnTo>
                  <a:cubicBezTo>
                    <a:pt x="25448" y="542844"/>
                    <a:pt x="0" y="517397"/>
                    <a:pt x="0" y="48600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666750"/>
            <a:ext cx="8324850" cy="8953500"/>
            <a:chOff x="0" y="0"/>
            <a:chExt cx="1066627" cy="11471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419850" y="7559138"/>
            <a:ext cx="2571750" cy="2061112"/>
            <a:chOff x="0" y="0"/>
            <a:chExt cx="677333" cy="5428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7333" cy="542844"/>
            </a:xfrm>
            <a:custGeom>
              <a:avLst/>
              <a:gdLst/>
              <a:ahLst/>
              <a:cxnLst/>
              <a:rect l="l" t="t" r="r" b="b"/>
              <a:pathLst>
                <a:path w="677333" h="542844">
                  <a:moveTo>
                    <a:pt x="120415" y="0"/>
                  </a:moveTo>
                  <a:lnTo>
                    <a:pt x="556919" y="0"/>
                  </a:lnTo>
                  <a:cubicBezTo>
                    <a:pt x="623422" y="0"/>
                    <a:pt x="677333" y="53912"/>
                    <a:pt x="677333" y="120415"/>
                  </a:cubicBezTo>
                  <a:lnTo>
                    <a:pt x="677333" y="422429"/>
                  </a:lnTo>
                  <a:cubicBezTo>
                    <a:pt x="677333" y="488933"/>
                    <a:pt x="623422" y="542844"/>
                    <a:pt x="556919" y="542844"/>
                  </a:cubicBezTo>
                  <a:lnTo>
                    <a:pt x="120415" y="542844"/>
                  </a:lnTo>
                  <a:cubicBezTo>
                    <a:pt x="88479" y="542844"/>
                    <a:pt x="57851" y="530158"/>
                    <a:pt x="35269" y="507576"/>
                  </a:cubicBezTo>
                  <a:cubicBezTo>
                    <a:pt x="12687" y="484993"/>
                    <a:pt x="0" y="454365"/>
                    <a:pt x="0" y="422429"/>
                  </a:cubicBezTo>
                  <a:lnTo>
                    <a:pt x="0" y="120415"/>
                  </a:lnTo>
                  <a:cubicBezTo>
                    <a:pt x="0" y="88479"/>
                    <a:pt x="12687" y="57851"/>
                    <a:pt x="35269" y="35269"/>
                  </a:cubicBezTo>
                  <a:cubicBezTo>
                    <a:pt x="57851" y="12687"/>
                    <a:pt x="88479" y="0"/>
                    <a:pt x="120415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7248914" y="8142019"/>
            <a:ext cx="913622" cy="895350"/>
            <a:chOff x="0" y="0"/>
            <a:chExt cx="635000" cy="622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45747" y="1187741"/>
            <a:ext cx="6916790" cy="353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>
                <a:solidFill>
                  <a:srgbClr val="60A5FA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Modular PowerPoint Templates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47" y="8143924"/>
            <a:ext cx="435375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399">
                <a:solidFill>
                  <a:srgbClr val="1F2937"/>
                </a:solidFill>
                <a:latin typeface="Rubik"/>
                <a:ea typeface="Rubik"/>
                <a:cs typeface="Rubik"/>
                <a:sym typeface="Rubik"/>
              </a:rPr>
              <a:t>Presented by [Your Name Here], Date: 2025-10-15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3B82F6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562100"/>
            <a:ext cx="12639675" cy="1405890"/>
            <a:chOff x="0" y="0"/>
            <a:chExt cx="16852900" cy="18745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14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r>
                <a:rPr lang="en-US" sz="6600" b="1" u="none" strike="noStrike">
                  <a:solidFill>
                    <a:srgbClr val="60A5FA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Introduction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1F293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Purpose and Design Approach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05025" y="5143500"/>
            <a:ext cx="5448300" cy="3524250"/>
            <a:chOff x="0" y="0"/>
            <a:chExt cx="7264400" cy="46990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811530"/>
              <a:ext cx="7264400" cy="3887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The objective is to provide a </a:t>
              </a:r>
              <a:r>
                <a:rPr lang="en-US" sz="2400" b="1">
                  <a:solidFill>
                    <a:srgbClr val="1F293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professional PowerPoint template</a:t>
              </a: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 tailored for corporate meetings, ensuring clarity and engagement during presentations while accommodating various audience needs and scenarios.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374151"/>
                  </a:solidFill>
                  <a:latin typeface="Rubik Bold"/>
                  <a:ea typeface="Rubik Bold"/>
                  <a:cs typeface="Rubik Bold"/>
                  <a:sym typeface="Rubik Bold"/>
                </a:rPr>
                <a:t>OBJECTIVE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3500"/>
            <a:ext cx="5448300" cy="3105150"/>
            <a:chOff x="0" y="0"/>
            <a:chExt cx="7264400" cy="41402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11530"/>
              <a:ext cx="7264400" cy="3328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The modular design allows for </a:t>
              </a:r>
              <a:r>
                <a:rPr lang="en-US" sz="2400" b="1">
                  <a:solidFill>
                    <a:srgbClr val="1F293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interchangeable infographic components</a:t>
              </a: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, providing flexibility and customization in presenting information, making it easy to adapt to different meeting formats and topics.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374151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MODULAR STYLE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533400"/>
            <a:ext cx="1407795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>
                <a:solidFill>
                  <a:srgbClr val="60A5FA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Infographic Template 1: Data Summary Dashboard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3352800"/>
            <a:ext cx="5448300" cy="3515837"/>
            <a:chOff x="0" y="0"/>
            <a:chExt cx="1862768" cy="12020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62768" cy="1202061"/>
            </a:xfrm>
            <a:custGeom>
              <a:avLst/>
              <a:gdLst/>
              <a:ahLst/>
              <a:cxnLst/>
              <a:rect l="l" t="t" r="r" b="b"/>
              <a:pathLst>
                <a:path w="1862768" h="1202061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414" r="-41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3515837"/>
            <a:chOff x="0" y="0"/>
            <a:chExt cx="1862768" cy="12020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2768" cy="1202061"/>
            </a:xfrm>
            <a:custGeom>
              <a:avLst/>
              <a:gdLst/>
              <a:ahLst/>
              <a:cxnLst/>
              <a:rect l="l" t="t" r="r" b="b"/>
              <a:pathLst>
                <a:path w="1862768" h="1202061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414" r="-41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172950" y="3352800"/>
            <a:ext cx="5448300" cy="3515837"/>
            <a:chOff x="0" y="0"/>
            <a:chExt cx="1862768" cy="12020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2768" cy="1202061"/>
            </a:xfrm>
            <a:custGeom>
              <a:avLst/>
              <a:gdLst/>
              <a:ahLst/>
              <a:cxnLst/>
              <a:rect l="l" t="t" r="r" b="b"/>
              <a:pathLst>
                <a:path w="1862768" h="1202061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414" r="-41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66750" y="7471424"/>
            <a:ext cx="5448300" cy="1282051"/>
            <a:chOff x="0" y="0"/>
            <a:chExt cx="7264400" cy="170940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15932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Visual blocks showcase key financial metrics and trends.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374151"/>
                  </a:solidFill>
                  <a:latin typeface="Rubik Bold"/>
                  <a:ea typeface="Rubik Bold"/>
                  <a:cs typeface="Rubik Bold"/>
                  <a:sym typeface="Rubik Bold"/>
                </a:rPr>
                <a:t>FINANCIAL DATA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19850" y="7471424"/>
            <a:ext cx="5448300" cy="1282051"/>
            <a:chOff x="0" y="0"/>
            <a:chExt cx="7264400" cy="170940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615932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Clear visuals highlight essential KPIs and outcomes.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374151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PERFORMANCE INDICATORS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7471424"/>
            <a:ext cx="5448300" cy="1282051"/>
            <a:chOff x="0" y="0"/>
            <a:chExt cx="7264400" cy="1709402"/>
          </a:xfrm>
        </p:grpSpPr>
        <p:sp>
          <p:nvSpPr>
            <p:cNvPr id="16" name="TextBox 16"/>
            <p:cNvSpPr txBox="1"/>
            <p:nvPr/>
          </p:nvSpPr>
          <p:spPr>
            <a:xfrm>
              <a:off x="0" y="615932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Modular sections illustrate critical stages and achievements.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374151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PROJECT MILESTONES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06200" y="0"/>
            <a:ext cx="6781800" cy="10287000"/>
            <a:chOff x="0" y="0"/>
            <a:chExt cx="178615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6153" cy="2709333"/>
            </a:xfrm>
            <a:custGeom>
              <a:avLst/>
              <a:gdLst/>
              <a:ahLst/>
              <a:cxnLst/>
              <a:rect l="l" t="t" r="r" b="b"/>
              <a:pathLst>
                <a:path w="1786153" h="2709333">
                  <a:moveTo>
                    <a:pt x="0" y="0"/>
                  </a:moveTo>
                  <a:lnTo>
                    <a:pt x="1786153" y="0"/>
                  </a:lnTo>
                  <a:lnTo>
                    <a:pt x="17861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8615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9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666750"/>
            <a:ext cx="5448300" cy="8953500"/>
            <a:chOff x="0" y="0"/>
            <a:chExt cx="1406084" cy="2310698"/>
          </a:xfrm>
        </p:grpSpPr>
        <p:sp>
          <p:nvSpPr>
            <p:cNvPr id="6" name="Freeform 6"/>
            <p:cNvSpPr/>
            <p:nvPr/>
          </p:nvSpPr>
          <p:spPr>
            <a:xfrm>
              <a:off x="0" y="-1"/>
              <a:ext cx="1406084" cy="2310699"/>
            </a:xfrm>
            <a:custGeom>
              <a:avLst/>
              <a:gdLst/>
              <a:ahLst/>
              <a:cxnLst/>
              <a:rect l="l" t="t" r="r" b="b"/>
              <a:pathLst>
                <a:path w="1406084" h="2310699">
                  <a:moveTo>
                    <a:pt x="974733" y="348725"/>
                  </a:moveTo>
                  <a:lnTo>
                    <a:pt x="974733" y="310036"/>
                  </a:lnTo>
                  <a:cubicBezTo>
                    <a:pt x="974733" y="286047"/>
                    <a:pt x="965203" y="263041"/>
                    <a:pt x="948241" y="246079"/>
                  </a:cubicBezTo>
                  <a:cubicBezTo>
                    <a:pt x="931278" y="229117"/>
                    <a:pt x="908272" y="219587"/>
                    <a:pt x="884283" y="219588"/>
                  </a:cubicBezTo>
                  <a:lnTo>
                    <a:pt x="660890" y="219588"/>
                  </a:lnTo>
                  <a:cubicBezTo>
                    <a:pt x="610936" y="219588"/>
                    <a:pt x="570441" y="179092"/>
                    <a:pt x="570441" y="129138"/>
                  </a:cubicBezTo>
                  <a:lnTo>
                    <a:pt x="570441" y="90449"/>
                  </a:lnTo>
                  <a:cubicBezTo>
                    <a:pt x="570441" y="66460"/>
                    <a:pt x="560911" y="43454"/>
                    <a:pt x="543948" y="26491"/>
                  </a:cubicBezTo>
                  <a:cubicBezTo>
                    <a:pt x="526985" y="9529"/>
                    <a:pt x="503978" y="0"/>
                    <a:pt x="479989" y="1"/>
                  </a:cubicBezTo>
                  <a:lnTo>
                    <a:pt x="90448" y="1"/>
                  </a:lnTo>
                  <a:cubicBezTo>
                    <a:pt x="40495" y="1"/>
                    <a:pt x="0" y="40496"/>
                    <a:pt x="0" y="90449"/>
                  </a:cubicBezTo>
                  <a:lnTo>
                    <a:pt x="0" y="2220251"/>
                  </a:lnTo>
                  <a:cubicBezTo>
                    <a:pt x="0" y="2270204"/>
                    <a:pt x="40495" y="2310699"/>
                    <a:pt x="90448" y="2310699"/>
                  </a:cubicBezTo>
                  <a:lnTo>
                    <a:pt x="1315636" y="2310699"/>
                  </a:lnTo>
                  <a:cubicBezTo>
                    <a:pt x="1365589" y="2310699"/>
                    <a:pt x="1406084" y="2270204"/>
                    <a:pt x="1406084" y="2220251"/>
                  </a:cubicBezTo>
                  <a:lnTo>
                    <a:pt x="1406084" y="529621"/>
                  </a:lnTo>
                  <a:cubicBezTo>
                    <a:pt x="1406084" y="479668"/>
                    <a:pt x="1365589" y="439173"/>
                    <a:pt x="1315636" y="439173"/>
                  </a:cubicBezTo>
                  <a:lnTo>
                    <a:pt x="1065181" y="439173"/>
                  </a:lnTo>
                  <a:cubicBezTo>
                    <a:pt x="1015228" y="439173"/>
                    <a:pt x="974733" y="398678"/>
                    <a:pt x="974733" y="348725"/>
                  </a:cubicBezTo>
                  <a:close/>
                </a:path>
              </a:pathLst>
            </a:custGeom>
            <a:blipFill>
              <a:blip r:embed="rId2"/>
              <a:stretch>
                <a:fillRect t="-290" b="-29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4600392" y="666750"/>
            <a:ext cx="1371371" cy="653784"/>
            <a:chOff x="0" y="0"/>
            <a:chExt cx="361184" cy="1721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184" cy="172190"/>
            </a:xfrm>
            <a:custGeom>
              <a:avLst/>
              <a:gdLst/>
              <a:ahLst/>
              <a:cxnLst/>
              <a:rect l="l" t="t" r="r" b="b"/>
              <a:pathLst>
                <a:path w="361184" h="172190">
                  <a:moveTo>
                    <a:pt x="86095" y="0"/>
                  </a:moveTo>
                  <a:lnTo>
                    <a:pt x="275089" y="0"/>
                  </a:lnTo>
                  <a:cubicBezTo>
                    <a:pt x="322638" y="0"/>
                    <a:pt x="361184" y="38546"/>
                    <a:pt x="361184" y="86095"/>
                  </a:cubicBezTo>
                  <a:lnTo>
                    <a:pt x="361184" y="86095"/>
                  </a:lnTo>
                  <a:cubicBezTo>
                    <a:pt x="361184" y="108929"/>
                    <a:pt x="352113" y="130828"/>
                    <a:pt x="335967" y="146973"/>
                  </a:cubicBezTo>
                  <a:cubicBezTo>
                    <a:pt x="319821" y="163119"/>
                    <a:pt x="297923" y="172190"/>
                    <a:pt x="275089" y="172190"/>
                  </a:cubicBezTo>
                  <a:lnTo>
                    <a:pt x="86095" y="172190"/>
                  </a:lnTo>
                  <a:cubicBezTo>
                    <a:pt x="38546" y="172190"/>
                    <a:pt x="0" y="133644"/>
                    <a:pt x="0" y="86095"/>
                  </a:cubicBezTo>
                  <a:lnTo>
                    <a:pt x="0" y="86095"/>
                  </a:lnTo>
                  <a:cubicBezTo>
                    <a:pt x="0" y="38546"/>
                    <a:pt x="38546" y="0"/>
                    <a:pt x="86095" y="0"/>
                  </a:cubicBezTo>
                  <a:close/>
                </a:path>
              </a:pathLst>
            </a:custGeom>
            <a:solidFill>
              <a:srgbClr val="1F2937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61184" cy="219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9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82975" y="666750"/>
            <a:ext cx="1438275" cy="1487929"/>
            <a:chOff x="0" y="0"/>
            <a:chExt cx="378805" cy="3918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8805" cy="391882"/>
            </a:xfrm>
            <a:custGeom>
              <a:avLst/>
              <a:gdLst/>
              <a:ahLst/>
              <a:cxnLst/>
              <a:rect l="l" t="t" r="r" b="b"/>
              <a:pathLst>
                <a:path w="378805" h="391882">
                  <a:moveTo>
                    <a:pt x="123804" y="0"/>
                  </a:moveTo>
                  <a:lnTo>
                    <a:pt x="255001" y="0"/>
                  </a:lnTo>
                  <a:cubicBezTo>
                    <a:pt x="323376" y="0"/>
                    <a:pt x="378805" y="55429"/>
                    <a:pt x="378805" y="123804"/>
                  </a:cubicBezTo>
                  <a:lnTo>
                    <a:pt x="378805" y="268078"/>
                  </a:lnTo>
                  <a:cubicBezTo>
                    <a:pt x="378805" y="336453"/>
                    <a:pt x="323376" y="391882"/>
                    <a:pt x="255001" y="391882"/>
                  </a:cubicBezTo>
                  <a:lnTo>
                    <a:pt x="123804" y="391882"/>
                  </a:lnTo>
                  <a:cubicBezTo>
                    <a:pt x="90969" y="391882"/>
                    <a:pt x="59479" y="378839"/>
                    <a:pt x="36261" y="355621"/>
                  </a:cubicBezTo>
                  <a:cubicBezTo>
                    <a:pt x="13044" y="332403"/>
                    <a:pt x="0" y="300913"/>
                    <a:pt x="0" y="268078"/>
                  </a:cubicBezTo>
                  <a:lnTo>
                    <a:pt x="0" y="123804"/>
                  </a:lnTo>
                  <a:cubicBezTo>
                    <a:pt x="0" y="90969"/>
                    <a:pt x="13044" y="59479"/>
                    <a:pt x="36261" y="36261"/>
                  </a:cubicBezTo>
                  <a:cubicBezTo>
                    <a:pt x="59479" y="13044"/>
                    <a:pt x="90969" y="0"/>
                    <a:pt x="123804" y="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8805" cy="4395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9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16535010" y="993642"/>
            <a:ext cx="734205" cy="719521"/>
            <a:chOff x="0" y="0"/>
            <a:chExt cx="635000" cy="622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46050" y="92075"/>
              <a:ext cx="3429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7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6750" y="533400"/>
            <a:ext cx="976312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60A5FA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Process Visualization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66750" y="2497356"/>
            <a:ext cx="8324850" cy="969731"/>
            <a:chOff x="0" y="0"/>
            <a:chExt cx="11099800" cy="1292974"/>
          </a:xfrm>
        </p:grpSpPr>
        <p:sp>
          <p:nvSpPr>
            <p:cNvPr id="18" name="TextBox 18"/>
            <p:cNvSpPr txBox="1"/>
            <p:nvPr/>
          </p:nvSpPr>
          <p:spPr>
            <a:xfrm>
              <a:off x="0" y="822071"/>
              <a:ext cx="11099800" cy="470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7"/>
                </a:lnSpc>
              </a:pPr>
              <a:r>
                <a:rPr lang="en-US" sz="2126">
                  <a:solidFill>
                    <a:srgbClr val="60A5FA"/>
                  </a:solidFill>
                  <a:latin typeface="Rubik"/>
                  <a:ea typeface="Rubik"/>
                  <a:cs typeface="Rubik"/>
                  <a:sym typeface="Rubik"/>
                </a:rPr>
                <a:t>Clearly outline each stage of project development.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0998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 b="1">
                  <a:solidFill>
                    <a:srgbClr val="60A5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STEP-BY-STEP WORKFLOWS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6088267"/>
            <a:ext cx="8324850" cy="969731"/>
            <a:chOff x="0" y="0"/>
            <a:chExt cx="11099800" cy="1292974"/>
          </a:xfrm>
        </p:grpSpPr>
        <p:sp>
          <p:nvSpPr>
            <p:cNvPr id="21" name="TextBox 21"/>
            <p:cNvSpPr txBox="1"/>
            <p:nvPr/>
          </p:nvSpPr>
          <p:spPr>
            <a:xfrm>
              <a:off x="0" y="822071"/>
              <a:ext cx="11099800" cy="470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7"/>
                </a:lnSpc>
              </a:pPr>
              <a:r>
                <a:rPr lang="en-US" sz="2126">
                  <a:solidFill>
                    <a:srgbClr val="60A5FA"/>
                  </a:solidFill>
                  <a:latin typeface="Rubik"/>
                  <a:ea typeface="Rubik"/>
                  <a:cs typeface="Rubik"/>
                  <a:sym typeface="Rubik"/>
                </a:rPr>
                <a:t>Modular sections help streamline project management tasks.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10998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  <a:spcBef>
                  <a:spcPct val="0"/>
                </a:spcBef>
              </a:pPr>
              <a:r>
                <a:rPr lang="en-US" sz="2370" b="1" u="none" strike="noStrike">
                  <a:solidFill>
                    <a:srgbClr val="60A5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PROJECT PLANS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4288056"/>
            <a:ext cx="8324850" cy="969731"/>
            <a:chOff x="0" y="0"/>
            <a:chExt cx="11099800" cy="1292974"/>
          </a:xfrm>
        </p:grpSpPr>
        <p:sp>
          <p:nvSpPr>
            <p:cNvPr id="24" name="TextBox 24"/>
            <p:cNvSpPr txBox="1"/>
            <p:nvPr/>
          </p:nvSpPr>
          <p:spPr>
            <a:xfrm>
              <a:off x="0" y="822071"/>
              <a:ext cx="11099800" cy="470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7"/>
                </a:lnSpc>
              </a:pPr>
              <a:r>
                <a:rPr lang="en-US" sz="2126">
                  <a:solidFill>
                    <a:srgbClr val="60A5FA"/>
                  </a:solidFill>
                  <a:latin typeface="Rubik"/>
                  <a:ea typeface="Rubik"/>
                  <a:cs typeface="Rubik"/>
                  <a:sym typeface="Rubik"/>
                </a:rPr>
                <a:t>Visual aids to simplify complex decision-making processes.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10998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  <a:spcBef>
                  <a:spcPct val="0"/>
                </a:spcBef>
              </a:pPr>
              <a:r>
                <a:rPr lang="en-US" sz="2370" b="1" u="none" strike="noStrike">
                  <a:solidFill>
                    <a:srgbClr val="60A5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DECISION TREES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032662"/>
            <a:ext cx="8324850" cy="6587588"/>
            <a:chOff x="0" y="0"/>
            <a:chExt cx="2192553" cy="17350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735003"/>
            </a:xfrm>
            <a:custGeom>
              <a:avLst/>
              <a:gdLst/>
              <a:ahLst/>
              <a:cxnLst/>
              <a:rect l="l" t="t" r="r" b="b"/>
              <a:pathLst>
                <a:path w="2192553" h="173500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5448300" cy="2061112"/>
            <a:chOff x="0" y="0"/>
            <a:chExt cx="1434943" cy="5428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542844"/>
            </a:xfrm>
            <a:custGeom>
              <a:avLst/>
              <a:gdLst/>
              <a:ahLst/>
              <a:cxnLst/>
              <a:rect l="l" t="t" r="r" b="b"/>
              <a:pathLst>
                <a:path w="1434943" h="54284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486005"/>
                  </a:lnTo>
                  <a:cubicBezTo>
                    <a:pt x="1434943" y="517397"/>
                    <a:pt x="1409495" y="542844"/>
                    <a:pt x="1378104" y="542844"/>
                  </a:cubicBezTo>
                  <a:lnTo>
                    <a:pt x="56839" y="542844"/>
                  </a:lnTo>
                  <a:cubicBezTo>
                    <a:pt x="25448" y="542844"/>
                    <a:pt x="0" y="517397"/>
                    <a:pt x="0" y="48600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9500" y="666750"/>
            <a:ext cx="2571750" cy="2061112"/>
            <a:chOff x="0" y="0"/>
            <a:chExt cx="677333" cy="5428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7333" cy="542844"/>
            </a:xfrm>
            <a:custGeom>
              <a:avLst/>
              <a:gdLst/>
              <a:ahLst/>
              <a:cxnLst/>
              <a:rect l="l" t="t" r="r" b="b"/>
              <a:pathLst>
                <a:path w="677333" h="542844">
                  <a:moveTo>
                    <a:pt x="120415" y="0"/>
                  </a:moveTo>
                  <a:lnTo>
                    <a:pt x="556919" y="0"/>
                  </a:lnTo>
                  <a:cubicBezTo>
                    <a:pt x="623422" y="0"/>
                    <a:pt x="677333" y="53912"/>
                    <a:pt x="677333" y="120415"/>
                  </a:cubicBezTo>
                  <a:lnTo>
                    <a:pt x="677333" y="422429"/>
                  </a:lnTo>
                  <a:cubicBezTo>
                    <a:pt x="677333" y="488933"/>
                    <a:pt x="623422" y="542844"/>
                    <a:pt x="556919" y="542844"/>
                  </a:cubicBezTo>
                  <a:lnTo>
                    <a:pt x="120415" y="542844"/>
                  </a:lnTo>
                  <a:cubicBezTo>
                    <a:pt x="88479" y="542844"/>
                    <a:pt x="57851" y="530158"/>
                    <a:pt x="35269" y="507576"/>
                  </a:cubicBezTo>
                  <a:cubicBezTo>
                    <a:pt x="12687" y="484993"/>
                    <a:pt x="0" y="454365"/>
                    <a:pt x="0" y="422429"/>
                  </a:cubicBezTo>
                  <a:lnTo>
                    <a:pt x="0" y="120415"/>
                  </a:lnTo>
                  <a:cubicBezTo>
                    <a:pt x="0" y="88479"/>
                    <a:pt x="12687" y="57851"/>
                    <a:pt x="35269" y="35269"/>
                  </a:cubicBezTo>
                  <a:cubicBezTo>
                    <a:pt x="57851" y="12687"/>
                    <a:pt x="88479" y="0"/>
                    <a:pt x="1204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5878564" y="1249631"/>
            <a:ext cx="913622" cy="895350"/>
            <a:chOff x="0" y="0"/>
            <a:chExt cx="635000" cy="622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60A5F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29875" y="4248150"/>
            <a:ext cx="6057900" cy="895377"/>
            <a:chOff x="0" y="0"/>
            <a:chExt cx="8077200" cy="119383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659166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hello@reallygreatsite.com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374151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EMAIL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29875" y="6038850"/>
            <a:ext cx="6057900" cy="895377"/>
            <a:chOff x="0" y="0"/>
            <a:chExt cx="8077200" cy="119383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659166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@reallygreatsite.com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374151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SOCIAL MEDIA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29875" y="7829515"/>
            <a:ext cx="6057900" cy="895377"/>
            <a:chOff x="0" y="0"/>
            <a:chExt cx="8077200" cy="1193836"/>
          </a:xfrm>
        </p:grpSpPr>
        <p:sp>
          <p:nvSpPr>
            <p:cNvPr id="21" name="TextBox 21"/>
            <p:cNvSpPr txBox="1"/>
            <p:nvPr/>
          </p:nvSpPr>
          <p:spPr>
            <a:xfrm>
              <a:off x="0" y="659166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2937"/>
                  </a:solidFill>
                  <a:latin typeface="Rubik"/>
                  <a:ea typeface="Rubik"/>
                  <a:cs typeface="Rubik"/>
                  <a:sym typeface="Rubik"/>
                </a:rPr>
                <a:t>123-456-7890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374151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PHONE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666750"/>
            <a:ext cx="8324850" cy="8953500"/>
            <a:chOff x="0" y="0"/>
            <a:chExt cx="1066627" cy="11471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Custom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ITC Motter Corpus Semicondensed</vt:lpstr>
      <vt:lpstr>Calibri</vt:lpstr>
      <vt:lpstr>Rubik</vt:lpstr>
      <vt:lpstr>Rubik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Modular PowerPoint Templates</dc:title>
  <dc:creator>PADMANAVA</dc:creator>
  <dc:description>Presentation - Modular PowerPoint Templates</dc:description>
  <cp:lastModifiedBy>mojumderpadmanava@gmail.com</cp:lastModifiedBy>
  <cp:revision>1</cp:revision>
  <dcterms:created xsi:type="dcterms:W3CDTF">2006-08-16T00:00:00Z</dcterms:created>
  <dcterms:modified xsi:type="dcterms:W3CDTF">2025-10-18T06:13:21Z</dcterms:modified>
  <dc:identifier>DAG14NcCHlU</dc:identifier>
</cp:coreProperties>
</file>