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oper BT Light" panose="020B0604020202020204" charset="0"/>
      <p:regular r:id="rId12"/>
    </p:embeddedFont>
    <p:embeddedFont>
      <p:font typeface="TT Interphases" panose="020B0604020202020204" charset="0"/>
      <p:regular r:id="rId13"/>
    </p:embeddedFont>
    <p:embeddedFont>
      <p:font typeface="TT Interphas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69267" y="666750"/>
            <a:ext cx="5448300" cy="4324350"/>
            <a:chOff x="0" y="0"/>
            <a:chExt cx="969799" cy="769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9799" cy="769736"/>
            </a:xfrm>
            <a:custGeom>
              <a:avLst/>
              <a:gdLst/>
              <a:ahLst/>
              <a:cxnLst/>
              <a:rect l="l" t="t" r="r" b="b"/>
              <a:pathLst>
                <a:path w="969799" h="769736">
                  <a:moveTo>
                    <a:pt x="45471" y="0"/>
                  </a:moveTo>
                  <a:lnTo>
                    <a:pt x="924328" y="0"/>
                  </a:lnTo>
                  <a:cubicBezTo>
                    <a:pt x="949441" y="0"/>
                    <a:pt x="969799" y="20358"/>
                    <a:pt x="969799" y="45471"/>
                  </a:cubicBezTo>
                  <a:lnTo>
                    <a:pt x="969799" y="724264"/>
                  </a:lnTo>
                  <a:cubicBezTo>
                    <a:pt x="969799" y="736324"/>
                    <a:pt x="965008" y="747890"/>
                    <a:pt x="956481" y="756417"/>
                  </a:cubicBezTo>
                  <a:cubicBezTo>
                    <a:pt x="947953" y="764945"/>
                    <a:pt x="936387" y="769736"/>
                    <a:pt x="924328" y="769736"/>
                  </a:cubicBezTo>
                  <a:lnTo>
                    <a:pt x="45471" y="769736"/>
                  </a:lnTo>
                  <a:cubicBezTo>
                    <a:pt x="20358" y="769736"/>
                    <a:pt x="0" y="749377"/>
                    <a:pt x="0" y="724264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blipFill>
              <a:blip r:embed="rId2"/>
              <a:stretch>
                <a:fillRect l="-394" r="-39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5295900"/>
            <a:ext cx="8324850" cy="4324350"/>
            <a:chOff x="0" y="0"/>
            <a:chExt cx="1481826" cy="7697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1826" cy="769736"/>
            </a:xfrm>
            <a:custGeom>
              <a:avLst/>
              <a:gdLst/>
              <a:ahLst/>
              <a:cxnLst/>
              <a:rect l="l" t="t" r="r" b="b"/>
              <a:pathLst>
                <a:path w="1481826" h="769736">
                  <a:moveTo>
                    <a:pt x="29759" y="0"/>
                  </a:moveTo>
                  <a:lnTo>
                    <a:pt x="1452066" y="0"/>
                  </a:lnTo>
                  <a:cubicBezTo>
                    <a:pt x="1468502" y="0"/>
                    <a:pt x="1481826" y="13324"/>
                    <a:pt x="1481826" y="29759"/>
                  </a:cubicBezTo>
                  <a:lnTo>
                    <a:pt x="1481826" y="739976"/>
                  </a:lnTo>
                  <a:cubicBezTo>
                    <a:pt x="1481826" y="747869"/>
                    <a:pt x="1478690" y="755438"/>
                    <a:pt x="1473109" y="761019"/>
                  </a:cubicBezTo>
                  <a:cubicBezTo>
                    <a:pt x="1467528" y="766600"/>
                    <a:pt x="1459959" y="769736"/>
                    <a:pt x="1452066" y="769736"/>
                  </a:cubicBezTo>
                  <a:lnTo>
                    <a:pt x="29759" y="769736"/>
                  </a:lnTo>
                  <a:cubicBezTo>
                    <a:pt x="13324" y="769736"/>
                    <a:pt x="0" y="756412"/>
                    <a:pt x="0" y="739976"/>
                  </a:cubicBezTo>
                  <a:lnTo>
                    <a:pt x="0" y="29759"/>
                  </a:lnTo>
                  <a:cubicBezTo>
                    <a:pt x="0" y="13324"/>
                    <a:pt x="13324" y="0"/>
                    <a:pt x="29759" y="0"/>
                  </a:cubicBezTo>
                  <a:close/>
                </a:path>
              </a:pathLst>
            </a:custGeom>
            <a:blipFill>
              <a:blip r:embed="rId3"/>
              <a:stretch>
                <a:fillRect l="-554" r="-55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96400" y="5295900"/>
            <a:ext cx="5448300" cy="4324350"/>
            <a:chOff x="0" y="0"/>
            <a:chExt cx="1434943" cy="11389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1A1A2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03047" y="8561328"/>
            <a:ext cx="4024318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9"/>
              </a:lnSpc>
            </a:pPr>
            <a:r>
              <a:rPr lang="en-US" sz="3999" spc="-79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[Presenter Name]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66750" y="666750"/>
            <a:ext cx="11201400" cy="4324350"/>
            <a:chOff x="0" y="0"/>
            <a:chExt cx="2950163" cy="11389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50163" cy="1138924"/>
            </a:xfrm>
            <a:custGeom>
              <a:avLst/>
              <a:gdLst/>
              <a:ahLst/>
              <a:cxnLst/>
              <a:rect l="l" t="t" r="r" b="b"/>
              <a:pathLst>
                <a:path w="2950163" h="1138924">
                  <a:moveTo>
                    <a:pt x="22117" y="0"/>
                  </a:moveTo>
                  <a:lnTo>
                    <a:pt x="2928046" y="0"/>
                  </a:lnTo>
                  <a:cubicBezTo>
                    <a:pt x="2933912" y="0"/>
                    <a:pt x="2939537" y="2330"/>
                    <a:pt x="2943685" y="6478"/>
                  </a:cubicBezTo>
                  <a:cubicBezTo>
                    <a:pt x="2947833" y="10626"/>
                    <a:pt x="2950163" y="16251"/>
                    <a:pt x="2950163" y="22117"/>
                  </a:cubicBezTo>
                  <a:lnTo>
                    <a:pt x="2950163" y="1116807"/>
                  </a:lnTo>
                  <a:cubicBezTo>
                    <a:pt x="2950163" y="1129021"/>
                    <a:pt x="2940261" y="1138924"/>
                    <a:pt x="2928046" y="1138924"/>
                  </a:cubicBezTo>
                  <a:lnTo>
                    <a:pt x="22117" y="1138924"/>
                  </a:lnTo>
                  <a:cubicBezTo>
                    <a:pt x="16251" y="1138924"/>
                    <a:pt x="10626" y="1136593"/>
                    <a:pt x="6478" y="1132446"/>
                  </a:cubicBezTo>
                  <a:cubicBezTo>
                    <a:pt x="2330" y="1128298"/>
                    <a:pt x="0" y="1122672"/>
                    <a:pt x="0" y="1116807"/>
                  </a:cubicBezTo>
                  <a:lnTo>
                    <a:pt x="0" y="22117"/>
                  </a:lnTo>
                  <a:cubicBezTo>
                    <a:pt x="0" y="9902"/>
                    <a:pt x="9902" y="0"/>
                    <a:pt x="22117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95016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9990" y="1570077"/>
            <a:ext cx="9495185" cy="255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74"/>
              </a:lnSpc>
            </a:pPr>
            <a:r>
              <a:rPr lang="en-US" sz="9874" spc="-197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Corporate Meeting Template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049500" y="5295900"/>
            <a:ext cx="2568067" cy="4324350"/>
            <a:chOff x="0" y="0"/>
            <a:chExt cx="676363" cy="11389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6363" cy="1138924"/>
            </a:xfrm>
            <a:custGeom>
              <a:avLst/>
              <a:gdLst/>
              <a:ahLst/>
              <a:cxnLst/>
              <a:rect l="l" t="t" r="r" b="b"/>
              <a:pathLst>
                <a:path w="676363" h="1138924">
                  <a:moveTo>
                    <a:pt x="96470" y="0"/>
                  </a:moveTo>
                  <a:lnTo>
                    <a:pt x="579893" y="0"/>
                  </a:lnTo>
                  <a:cubicBezTo>
                    <a:pt x="633172" y="0"/>
                    <a:pt x="676363" y="43191"/>
                    <a:pt x="676363" y="96470"/>
                  </a:cubicBezTo>
                  <a:lnTo>
                    <a:pt x="676363" y="1042454"/>
                  </a:lnTo>
                  <a:cubicBezTo>
                    <a:pt x="676363" y="1095732"/>
                    <a:pt x="633172" y="1138924"/>
                    <a:pt x="579893" y="1138924"/>
                  </a:cubicBezTo>
                  <a:lnTo>
                    <a:pt x="96470" y="1138924"/>
                  </a:lnTo>
                  <a:cubicBezTo>
                    <a:pt x="43191" y="1138924"/>
                    <a:pt x="0" y="1095732"/>
                    <a:pt x="0" y="1042454"/>
                  </a:cubicBezTo>
                  <a:lnTo>
                    <a:pt x="0" y="96470"/>
                  </a:lnTo>
                  <a:cubicBezTo>
                    <a:pt x="0" y="43191"/>
                    <a:pt x="43191" y="0"/>
                    <a:pt x="96470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7636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803373" y="8040071"/>
            <a:ext cx="1368805" cy="1100021"/>
          </a:xfrm>
          <a:custGeom>
            <a:avLst/>
            <a:gdLst/>
            <a:ahLst/>
            <a:cxnLst/>
            <a:rect l="l" t="t" r="r" b="b"/>
            <a:pathLst>
              <a:path w="1368805" h="1100021">
                <a:moveTo>
                  <a:pt x="0" y="0"/>
                </a:moveTo>
                <a:lnTo>
                  <a:pt x="1368804" y="0"/>
                </a:lnTo>
                <a:lnTo>
                  <a:pt x="1368804" y="1100021"/>
                </a:lnTo>
                <a:lnTo>
                  <a:pt x="0" y="1100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5295900"/>
            <a:ext cx="5448300" cy="4324350"/>
            <a:chOff x="0" y="0"/>
            <a:chExt cx="1432888" cy="1137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2888" cy="1137292"/>
            </a:xfrm>
            <a:custGeom>
              <a:avLst/>
              <a:gdLst/>
              <a:ahLst/>
              <a:cxnLst/>
              <a:rect l="l" t="t" r="r" b="b"/>
              <a:pathLst>
                <a:path w="1432888" h="1137292">
                  <a:moveTo>
                    <a:pt x="45471" y="0"/>
                  </a:moveTo>
                  <a:lnTo>
                    <a:pt x="1387417" y="0"/>
                  </a:lnTo>
                  <a:cubicBezTo>
                    <a:pt x="1412530" y="0"/>
                    <a:pt x="1432888" y="20358"/>
                    <a:pt x="1432888" y="45471"/>
                  </a:cubicBezTo>
                  <a:lnTo>
                    <a:pt x="1432888" y="1091821"/>
                  </a:lnTo>
                  <a:cubicBezTo>
                    <a:pt x="1432888" y="1103881"/>
                    <a:pt x="1428097" y="1115446"/>
                    <a:pt x="1419570" y="1123974"/>
                  </a:cubicBezTo>
                  <a:cubicBezTo>
                    <a:pt x="1411042" y="1132502"/>
                    <a:pt x="1399476" y="1137292"/>
                    <a:pt x="1387417" y="1137292"/>
                  </a:cubicBezTo>
                  <a:lnTo>
                    <a:pt x="45471" y="1137292"/>
                  </a:lnTo>
                  <a:cubicBezTo>
                    <a:pt x="20358" y="1137292"/>
                    <a:pt x="0" y="1116934"/>
                    <a:pt x="0" y="1091821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2888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295900"/>
            <a:ext cx="5448300" cy="4324350"/>
            <a:chOff x="0" y="0"/>
            <a:chExt cx="1432888" cy="113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2888" cy="1137292"/>
            </a:xfrm>
            <a:custGeom>
              <a:avLst/>
              <a:gdLst/>
              <a:ahLst/>
              <a:cxnLst/>
              <a:rect l="l" t="t" r="r" b="b"/>
              <a:pathLst>
                <a:path w="1432888" h="1137292">
                  <a:moveTo>
                    <a:pt x="45471" y="0"/>
                  </a:moveTo>
                  <a:lnTo>
                    <a:pt x="1387417" y="0"/>
                  </a:lnTo>
                  <a:cubicBezTo>
                    <a:pt x="1412530" y="0"/>
                    <a:pt x="1432888" y="20358"/>
                    <a:pt x="1432888" y="45471"/>
                  </a:cubicBezTo>
                  <a:lnTo>
                    <a:pt x="1432888" y="1091821"/>
                  </a:lnTo>
                  <a:cubicBezTo>
                    <a:pt x="1432888" y="1103881"/>
                    <a:pt x="1428097" y="1115446"/>
                    <a:pt x="1419570" y="1123974"/>
                  </a:cubicBezTo>
                  <a:cubicBezTo>
                    <a:pt x="1411042" y="1132502"/>
                    <a:pt x="1399476" y="1137292"/>
                    <a:pt x="1387417" y="1137292"/>
                  </a:cubicBezTo>
                  <a:lnTo>
                    <a:pt x="45471" y="1137292"/>
                  </a:lnTo>
                  <a:cubicBezTo>
                    <a:pt x="20358" y="1137292"/>
                    <a:pt x="0" y="1116934"/>
                    <a:pt x="0" y="1091821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2888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5295900"/>
            <a:ext cx="5448300" cy="4324350"/>
            <a:chOff x="0" y="0"/>
            <a:chExt cx="1432888" cy="11372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2888" cy="1137292"/>
            </a:xfrm>
            <a:custGeom>
              <a:avLst/>
              <a:gdLst/>
              <a:ahLst/>
              <a:cxnLst/>
              <a:rect l="l" t="t" r="r" b="b"/>
              <a:pathLst>
                <a:path w="1432888" h="1137292">
                  <a:moveTo>
                    <a:pt x="45471" y="0"/>
                  </a:moveTo>
                  <a:lnTo>
                    <a:pt x="1387417" y="0"/>
                  </a:lnTo>
                  <a:cubicBezTo>
                    <a:pt x="1412530" y="0"/>
                    <a:pt x="1432888" y="20358"/>
                    <a:pt x="1432888" y="45471"/>
                  </a:cubicBezTo>
                  <a:lnTo>
                    <a:pt x="1432888" y="1091821"/>
                  </a:lnTo>
                  <a:cubicBezTo>
                    <a:pt x="1432888" y="1103881"/>
                    <a:pt x="1428097" y="1115446"/>
                    <a:pt x="1419570" y="1123974"/>
                  </a:cubicBezTo>
                  <a:cubicBezTo>
                    <a:pt x="1411042" y="1132502"/>
                    <a:pt x="1399476" y="1137292"/>
                    <a:pt x="1387417" y="1137292"/>
                  </a:cubicBezTo>
                  <a:lnTo>
                    <a:pt x="45471" y="1137292"/>
                  </a:lnTo>
                  <a:cubicBezTo>
                    <a:pt x="20358" y="1137292"/>
                    <a:pt x="0" y="1116934"/>
                    <a:pt x="0" y="1091821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2888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4570" y="6038850"/>
            <a:ext cx="4278245" cy="3014377"/>
            <a:chOff x="0" y="0"/>
            <a:chExt cx="5704326" cy="401916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570432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Clear Objectives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46175"/>
              <a:ext cx="5704326" cy="2872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</a:t>
              </a:r>
              <a:r>
                <a:rPr lang="en-US" sz="2073" b="1" u="non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clean and professional</a:t>
              </a: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PowerPoint template optimizes presentations for corporate meetings, ensuring effective communication and engagement among participants.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27670" y="6038850"/>
            <a:ext cx="4278245" cy="3014377"/>
            <a:chOff x="0" y="0"/>
            <a:chExt cx="5704326" cy="401916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570432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Modular Flexibility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46175"/>
              <a:ext cx="5704326" cy="2872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073" b="1" u="non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modular design approach</a:t>
              </a: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incorporates interchangeable infographic components, allowing users to customize slides based on specific needs and presentations seamlessly.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80770" y="6038850"/>
            <a:ext cx="4278245" cy="2652427"/>
            <a:chOff x="0" y="0"/>
            <a:chExt cx="5704326" cy="353656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570432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Professional Use Cases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146175"/>
              <a:ext cx="5704326" cy="2390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template is suitable for </a:t>
              </a:r>
              <a:r>
                <a:rPr lang="en-US" sz="2073" b="1" u="non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board meetings</a:t>
              </a:r>
              <a:r>
                <a:rPr lang="en-US" sz="2073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project updates, and strategy sessions, facilitating a structured approach to presenting crucial information effectively.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72950" y="666750"/>
            <a:ext cx="5448300" cy="4324350"/>
            <a:chOff x="0" y="0"/>
            <a:chExt cx="1434943" cy="11389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16213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666750"/>
            <a:ext cx="11201400" cy="4324350"/>
            <a:chOff x="0" y="0"/>
            <a:chExt cx="2950163" cy="11389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50163" cy="1138924"/>
            </a:xfrm>
            <a:custGeom>
              <a:avLst/>
              <a:gdLst/>
              <a:ahLst/>
              <a:cxnLst/>
              <a:rect l="l" t="t" r="r" b="b"/>
              <a:pathLst>
                <a:path w="2950163" h="1138924">
                  <a:moveTo>
                    <a:pt x="22117" y="0"/>
                  </a:moveTo>
                  <a:lnTo>
                    <a:pt x="2928046" y="0"/>
                  </a:lnTo>
                  <a:cubicBezTo>
                    <a:pt x="2933912" y="0"/>
                    <a:pt x="2939537" y="2330"/>
                    <a:pt x="2943685" y="6478"/>
                  </a:cubicBezTo>
                  <a:cubicBezTo>
                    <a:pt x="2947833" y="10626"/>
                    <a:pt x="2950163" y="16251"/>
                    <a:pt x="2950163" y="22117"/>
                  </a:cubicBezTo>
                  <a:lnTo>
                    <a:pt x="2950163" y="1116807"/>
                  </a:lnTo>
                  <a:cubicBezTo>
                    <a:pt x="2950163" y="1129021"/>
                    <a:pt x="2940261" y="1138924"/>
                    <a:pt x="2928046" y="1138924"/>
                  </a:cubicBezTo>
                  <a:lnTo>
                    <a:pt x="22117" y="1138924"/>
                  </a:lnTo>
                  <a:cubicBezTo>
                    <a:pt x="16251" y="1138924"/>
                    <a:pt x="10626" y="1136593"/>
                    <a:pt x="6478" y="1132446"/>
                  </a:cubicBezTo>
                  <a:cubicBezTo>
                    <a:pt x="2330" y="1128298"/>
                    <a:pt x="0" y="1122672"/>
                    <a:pt x="0" y="1116807"/>
                  </a:cubicBezTo>
                  <a:lnTo>
                    <a:pt x="0" y="22117"/>
                  </a:lnTo>
                  <a:cubicBezTo>
                    <a:pt x="0" y="9902"/>
                    <a:pt x="9902" y="0"/>
                    <a:pt x="22117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95016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9490" y="1461133"/>
            <a:ext cx="10024832" cy="1592929"/>
            <a:chOff x="0" y="0"/>
            <a:chExt cx="13366443" cy="2123906"/>
          </a:xfrm>
        </p:grpSpPr>
        <p:sp>
          <p:nvSpPr>
            <p:cNvPr id="27" name="TextBox 27"/>
            <p:cNvSpPr txBox="1"/>
            <p:nvPr/>
          </p:nvSpPr>
          <p:spPr>
            <a:xfrm>
              <a:off x="54943" y="1648291"/>
              <a:ext cx="13311500" cy="475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4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Purpose and Modular Design for Corporate Meetings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23825"/>
              <a:ext cx="13366443" cy="1339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00"/>
                </a:lnSpc>
                <a:spcBef>
                  <a:spcPct val="0"/>
                </a:spcBef>
              </a:pPr>
              <a:r>
                <a:rPr lang="en-US" sz="7200" u="none" strike="noStrike" spc="-144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5295900"/>
            <a:ext cx="9763125" cy="4324350"/>
            <a:chOff x="0" y="0"/>
            <a:chExt cx="2571358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0F3460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295900"/>
            <a:ext cx="6886575" cy="4324350"/>
            <a:chOff x="0" y="0"/>
            <a:chExt cx="1811150" cy="113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1150" cy="1137292"/>
            </a:xfrm>
            <a:custGeom>
              <a:avLst/>
              <a:gdLst/>
              <a:ahLst/>
              <a:cxnLst/>
              <a:rect l="l" t="t" r="r" b="b"/>
              <a:pathLst>
                <a:path w="1811150" h="1137292">
                  <a:moveTo>
                    <a:pt x="35975" y="0"/>
                  </a:moveTo>
                  <a:lnTo>
                    <a:pt x="1775176" y="0"/>
                  </a:lnTo>
                  <a:cubicBezTo>
                    <a:pt x="1784717" y="0"/>
                    <a:pt x="1793867" y="3790"/>
                    <a:pt x="1800614" y="10537"/>
                  </a:cubicBezTo>
                  <a:cubicBezTo>
                    <a:pt x="1807360" y="17283"/>
                    <a:pt x="1811150" y="26434"/>
                    <a:pt x="1811150" y="35975"/>
                  </a:cubicBezTo>
                  <a:lnTo>
                    <a:pt x="1811150" y="1101318"/>
                  </a:lnTo>
                  <a:cubicBezTo>
                    <a:pt x="1811150" y="1110859"/>
                    <a:pt x="1807360" y="1120009"/>
                    <a:pt x="1800614" y="1126756"/>
                  </a:cubicBezTo>
                  <a:cubicBezTo>
                    <a:pt x="1793867" y="1133502"/>
                    <a:pt x="1784717" y="1137292"/>
                    <a:pt x="1775176" y="1137292"/>
                  </a:cubicBezTo>
                  <a:lnTo>
                    <a:pt x="35975" y="1137292"/>
                  </a:lnTo>
                  <a:cubicBezTo>
                    <a:pt x="16106" y="1137292"/>
                    <a:pt x="0" y="1121186"/>
                    <a:pt x="0" y="1101318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811150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666750"/>
            <a:ext cx="6886575" cy="4324350"/>
            <a:chOff x="0" y="0"/>
            <a:chExt cx="1813748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3748" cy="1138924"/>
            </a:xfrm>
            <a:custGeom>
              <a:avLst/>
              <a:gdLst/>
              <a:ahLst/>
              <a:cxnLst/>
              <a:rect l="l" t="t" r="r" b="b"/>
              <a:pathLst>
                <a:path w="1813748" h="1138924">
                  <a:moveTo>
                    <a:pt x="35975" y="0"/>
                  </a:moveTo>
                  <a:lnTo>
                    <a:pt x="1777774" y="0"/>
                  </a:lnTo>
                  <a:cubicBezTo>
                    <a:pt x="1787315" y="0"/>
                    <a:pt x="1796465" y="3790"/>
                    <a:pt x="1803211" y="10537"/>
                  </a:cubicBezTo>
                  <a:cubicBezTo>
                    <a:pt x="1809958" y="17283"/>
                    <a:pt x="1813748" y="26434"/>
                    <a:pt x="1813748" y="35975"/>
                  </a:cubicBezTo>
                  <a:lnTo>
                    <a:pt x="1813748" y="1102949"/>
                  </a:lnTo>
                  <a:cubicBezTo>
                    <a:pt x="1813748" y="1122817"/>
                    <a:pt x="1797642" y="1138924"/>
                    <a:pt x="1777774" y="1138924"/>
                  </a:cubicBezTo>
                  <a:lnTo>
                    <a:pt x="35975" y="1138924"/>
                  </a:lnTo>
                  <a:cubicBezTo>
                    <a:pt x="26434" y="1138924"/>
                    <a:pt x="17283" y="1135133"/>
                    <a:pt x="10537" y="1128387"/>
                  </a:cubicBezTo>
                  <a:cubicBezTo>
                    <a:pt x="3790" y="1121640"/>
                    <a:pt x="0" y="1112490"/>
                    <a:pt x="0" y="1102949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0F3460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81374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35448" y="8000104"/>
            <a:ext cx="1368805" cy="1100021"/>
          </a:xfrm>
          <a:custGeom>
            <a:avLst/>
            <a:gdLst/>
            <a:ahLst/>
            <a:cxnLst/>
            <a:rect l="l" t="t" r="r" b="b"/>
            <a:pathLst>
              <a:path w="1368805" h="1100021">
                <a:moveTo>
                  <a:pt x="0" y="0"/>
                </a:moveTo>
                <a:lnTo>
                  <a:pt x="1368804" y="0"/>
                </a:lnTo>
                <a:lnTo>
                  <a:pt x="1368804" y="1100021"/>
                </a:lnTo>
                <a:lnTo>
                  <a:pt x="0" y="110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666750" y="666750"/>
            <a:ext cx="9763125" cy="4324350"/>
            <a:chOff x="0" y="0"/>
            <a:chExt cx="2571358" cy="11389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39490" y="1575431"/>
            <a:ext cx="7752110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spc="-144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Data Summary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40859" y="7205663"/>
            <a:ext cx="801391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Professional layout for key metrics and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4324350"/>
            <a:chOff x="0" y="0"/>
            <a:chExt cx="1813748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3748" cy="1138924"/>
            </a:xfrm>
            <a:custGeom>
              <a:avLst/>
              <a:gdLst/>
              <a:ahLst/>
              <a:cxnLst/>
              <a:rect l="l" t="t" r="r" b="b"/>
              <a:pathLst>
                <a:path w="1813748" h="1138924">
                  <a:moveTo>
                    <a:pt x="35975" y="0"/>
                  </a:moveTo>
                  <a:lnTo>
                    <a:pt x="1777774" y="0"/>
                  </a:lnTo>
                  <a:cubicBezTo>
                    <a:pt x="1787315" y="0"/>
                    <a:pt x="1796465" y="3790"/>
                    <a:pt x="1803211" y="10537"/>
                  </a:cubicBezTo>
                  <a:cubicBezTo>
                    <a:pt x="1809958" y="17283"/>
                    <a:pt x="1813748" y="26434"/>
                    <a:pt x="1813748" y="35975"/>
                  </a:cubicBezTo>
                  <a:lnTo>
                    <a:pt x="1813748" y="1102949"/>
                  </a:lnTo>
                  <a:cubicBezTo>
                    <a:pt x="1813748" y="1122817"/>
                    <a:pt x="1797642" y="1138924"/>
                    <a:pt x="1777774" y="1138924"/>
                  </a:cubicBezTo>
                  <a:lnTo>
                    <a:pt x="35975" y="1138924"/>
                  </a:lnTo>
                  <a:cubicBezTo>
                    <a:pt x="26434" y="1138924"/>
                    <a:pt x="17283" y="1135133"/>
                    <a:pt x="10537" y="1128387"/>
                  </a:cubicBezTo>
                  <a:cubicBezTo>
                    <a:pt x="3790" y="1121640"/>
                    <a:pt x="0" y="1112490"/>
                    <a:pt x="0" y="1102949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1374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5295900"/>
            <a:ext cx="9763125" cy="4324350"/>
            <a:chOff x="0" y="0"/>
            <a:chExt cx="2571358" cy="113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666750"/>
            <a:ext cx="9763125" cy="4324350"/>
            <a:chOff x="0" y="0"/>
            <a:chExt cx="2571358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16213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5295900"/>
            <a:ext cx="6886575" cy="4324350"/>
            <a:chOff x="0" y="0"/>
            <a:chExt cx="1813748" cy="1138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3748" cy="1138924"/>
            </a:xfrm>
            <a:custGeom>
              <a:avLst/>
              <a:gdLst/>
              <a:ahLst/>
              <a:cxnLst/>
              <a:rect l="l" t="t" r="r" b="b"/>
              <a:pathLst>
                <a:path w="1813748" h="1138924">
                  <a:moveTo>
                    <a:pt x="35975" y="0"/>
                  </a:moveTo>
                  <a:lnTo>
                    <a:pt x="1777774" y="0"/>
                  </a:lnTo>
                  <a:cubicBezTo>
                    <a:pt x="1787315" y="0"/>
                    <a:pt x="1796465" y="3790"/>
                    <a:pt x="1803211" y="10537"/>
                  </a:cubicBezTo>
                  <a:cubicBezTo>
                    <a:pt x="1809958" y="17283"/>
                    <a:pt x="1813748" y="26434"/>
                    <a:pt x="1813748" y="35975"/>
                  </a:cubicBezTo>
                  <a:lnTo>
                    <a:pt x="1813748" y="1102949"/>
                  </a:lnTo>
                  <a:cubicBezTo>
                    <a:pt x="1813748" y="1122817"/>
                    <a:pt x="1797642" y="1138924"/>
                    <a:pt x="1777774" y="1138924"/>
                  </a:cubicBezTo>
                  <a:lnTo>
                    <a:pt x="35975" y="1138924"/>
                  </a:lnTo>
                  <a:cubicBezTo>
                    <a:pt x="26434" y="1138924"/>
                    <a:pt x="17283" y="1135133"/>
                    <a:pt x="10537" y="1128387"/>
                  </a:cubicBezTo>
                  <a:cubicBezTo>
                    <a:pt x="3790" y="1121640"/>
                    <a:pt x="0" y="1112490"/>
                    <a:pt x="0" y="1102949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16213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81374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00225" y="1385834"/>
            <a:ext cx="4778600" cy="2809910"/>
            <a:chOff x="0" y="0"/>
            <a:chExt cx="6371467" cy="374654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6371467" cy="201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75%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441622"/>
              <a:ext cx="6371467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Increase in quarterly revenue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00225" y="6215027"/>
            <a:ext cx="4778600" cy="2324135"/>
            <a:chOff x="0" y="0"/>
            <a:chExt cx="6371467" cy="309884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6371467" cy="201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1500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441622"/>
              <a:ext cx="637146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New customers acquired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296400" y="6538937"/>
            <a:ext cx="544830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total of </a:t>
            </a:r>
            <a:r>
              <a:rPr lang="en-US" sz="2100" b="1" u="none" strike="noStrike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1500 new customers</a:t>
            </a:r>
            <a:r>
              <a:rPr lang="en-US" sz="2100" u="none" strike="noStrike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have been onboarded this quarter, showcasing our expanding reach and successful marketing campaigns tailored to target audiences.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96400" y="2058293"/>
            <a:ext cx="544830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reflects a </a:t>
            </a:r>
            <a:r>
              <a:rPr lang="en-US" sz="2100" b="1" u="none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75% growth</a:t>
            </a:r>
            <a:r>
              <a:rPr lang="en-US" sz="2100" u="none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compared to the previous quarter, indicating strong market demand and effective sales strategies implemented over the last few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1225" y="666750"/>
            <a:ext cx="4010025" cy="4324350"/>
            <a:chOff x="0" y="0"/>
            <a:chExt cx="621258" cy="669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258" cy="669955"/>
            </a:xfrm>
            <a:custGeom>
              <a:avLst/>
              <a:gdLst/>
              <a:ahLst/>
              <a:cxnLst/>
              <a:rect l="l" t="t" r="r" b="b"/>
              <a:pathLst>
                <a:path w="621258" h="669955">
                  <a:moveTo>
                    <a:pt x="61781" y="0"/>
                  </a:moveTo>
                  <a:lnTo>
                    <a:pt x="559477" y="0"/>
                  </a:lnTo>
                  <a:cubicBezTo>
                    <a:pt x="593598" y="0"/>
                    <a:pt x="621258" y="27660"/>
                    <a:pt x="621258" y="61781"/>
                  </a:cubicBezTo>
                  <a:lnTo>
                    <a:pt x="621258" y="608174"/>
                  </a:lnTo>
                  <a:cubicBezTo>
                    <a:pt x="621258" y="642295"/>
                    <a:pt x="593598" y="669955"/>
                    <a:pt x="559477" y="669955"/>
                  </a:cubicBezTo>
                  <a:lnTo>
                    <a:pt x="61781" y="669955"/>
                  </a:lnTo>
                  <a:cubicBezTo>
                    <a:pt x="27660" y="669955"/>
                    <a:pt x="0" y="642295"/>
                    <a:pt x="0" y="608174"/>
                  </a:cubicBezTo>
                  <a:lnTo>
                    <a:pt x="0" y="61781"/>
                  </a:lnTo>
                  <a:cubicBezTo>
                    <a:pt x="0" y="27660"/>
                    <a:pt x="27660" y="0"/>
                    <a:pt x="61781" y="0"/>
                  </a:cubicBezTo>
                  <a:close/>
                </a:path>
              </a:pathLst>
            </a:custGeom>
            <a:blipFill>
              <a:blip r:embed="rId2"/>
              <a:stretch>
                <a:fillRect t="-125" b="-1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324350"/>
            <a:chOff x="0" y="0"/>
            <a:chExt cx="2192553" cy="11389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2553" cy="1138924"/>
            </a:xfrm>
            <a:custGeom>
              <a:avLst/>
              <a:gdLst/>
              <a:ahLst/>
              <a:cxnLst/>
              <a:rect l="l" t="t" r="r" b="b"/>
              <a:pathLst>
                <a:path w="2192553" h="1138924">
                  <a:moveTo>
                    <a:pt x="29759" y="0"/>
                  </a:moveTo>
                  <a:lnTo>
                    <a:pt x="2162794" y="0"/>
                  </a:lnTo>
                  <a:cubicBezTo>
                    <a:pt x="2179230" y="0"/>
                    <a:pt x="2192553" y="13324"/>
                    <a:pt x="2192553" y="29759"/>
                  </a:cubicBezTo>
                  <a:lnTo>
                    <a:pt x="2192553" y="1109164"/>
                  </a:lnTo>
                  <a:cubicBezTo>
                    <a:pt x="2192553" y="1125600"/>
                    <a:pt x="2179230" y="1138924"/>
                    <a:pt x="2162794" y="1138924"/>
                  </a:cubicBezTo>
                  <a:lnTo>
                    <a:pt x="29759" y="1138924"/>
                  </a:lnTo>
                  <a:cubicBezTo>
                    <a:pt x="13324" y="1138924"/>
                    <a:pt x="0" y="1125600"/>
                    <a:pt x="0" y="1109164"/>
                  </a:cubicBezTo>
                  <a:lnTo>
                    <a:pt x="0" y="29759"/>
                  </a:lnTo>
                  <a:cubicBezTo>
                    <a:pt x="0" y="13324"/>
                    <a:pt x="13324" y="0"/>
                    <a:pt x="29759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255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5295900"/>
            <a:ext cx="8324850" cy="4324350"/>
            <a:chOff x="0" y="0"/>
            <a:chExt cx="1289737" cy="6699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9737" cy="669955"/>
            </a:xfrm>
            <a:custGeom>
              <a:avLst/>
              <a:gdLst/>
              <a:ahLst/>
              <a:cxnLst/>
              <a:rect l="l" t="t" r="r" b="b"/>
              <a:pathLst>
                <a:path w="1289737" h="669955">
                  <a:moveTo>
                    <a:pt x="29759" y="0"/>
                  </a:moveTo>
                  <a:lnTo>
                    <a:pt x="1259978" y="0"/>
                  </a:lnTo>
                  <a:cubicBezTo>
                    <a:pt x="1267871" y="0"/>
                    <a:pt x="1275440" y="3135"/>
                    <a:pt x="1281021" y="8716"/>
                  </a:cubicBezTo>
                  <a:cubicBezTo>
                    <a:pt x="1286602" y="14297"/>
                    <a:pt x="1289737" y="21867"/>
                    <a:pt x="1289737" y="29759"/>
                  </a:cubicBezTo>
                  <a:lnTo>
                    <a:pt x="1289737" y="640196"/>
                  </a:lnTo>
                  <a:cubicBezTo>
                    <a:pt x="1289737" y="656631"/>
                    <a:pt x="1276413" y="669955"/>
                    <a:pt x="1259978" y="669955"/>
                  </a:cubicBezTo>
                  <a:lnTo>
                    <a:pt x="29759" y="669955"/>
                  </a:lnTo>
                  <a:cubicBezTo>
                    <a:pt x="13324" y="669955"/>
                    <a:pt x="0" y="656631"/>
                    <a:pt x="0" y="640196"/>
                  </a:cubicBezTo>
                  <a:lnTo>
                    <a:pt x="0" y="29759"/>
                  </a:lnTo>
                  <a:cubicBezTo>
                    <a:pt x="0" y="13324"/>
                    <a:pt x="13324" y="0"/>
                    <a:pt x="29759" y="0"/>
                  </a:cubicBezTo>
                  <a:close/>
                </a:path>
              </a:pathLst>
            </a:custGeom>
            <a:blipFill>
              <a:blip r:embed="rId3"/>
              <a:stretch>
                <a:fillRect l="-554" r="-55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296400" y="666750"/>
            <a:ext cx="4010025" cy="4324350"/>
            <a:chOff x="0" y="0"/>
            <a:chExt cx="621258" cy="6699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1258" cy="669955"/>
            </a:xfrm>
            <a:custGeom>
              <a:avLst/>
              <a:gdLst/>
              <a:ahLst/>
              <a:cxnLst/>
              <a:rect l="l" t="t" r="r" b="b"/>
              <a:pathLst>
                <a:path w="621258" h="669955">
                  <a:moveTo>
                    <a:pt x="61781" y="0"/>
                  </a:moveTo>
                  <a:lnTo>
                    <a:pt x="559477" y="0"/>
                  </a:lnTo>
                  <a:cubicBezTo>
                    <a:pt x="593598" y="0"/>
                    <a:pt x="621258" y="27660"/>
                    <a:pt x="621258" y="61781"/>
                  </a:cubicBezTo>
                  <a:lnTo>
                    <a:pt x="621258" y="608174"/>
                  </a:lnTo>
                  <a:cubicBezTo>
                    <a:pt x="621258" y="642295"/>
                    <a:pt x="593598" y="669955"/>
                    <a:pt x="559477" y="669955"/>
                  </a:cubicBezTo>
                  <a:lnTo>
                    <a:pt x="61781" y="669955"/>
                  </a:lnTo>
                  <a:cubicBezTo>
                    <a:pt x="27660" y="669955"/>
                    <a:pt x="0" y="642295"/>
                    <a:pt x="0" y="608174"/>
                  </a:cubicBezTo>
                  <a:lnTo>
                    <a:pt x="0" y="61781"/>
                  </a:lnTo>
                  <a:cubicBezTo>
                    <a:pt x="0" y="27660"/>
                    <a:pt x="27660" y="0"/>
                    <a:pt x="61781" y="0"/>
                  </a:cubicBezTo>
                  <a:close/>
                </a:path>
              </a:pathLst>
            </a:custGeom>
            <a:blipFill>
              <a:blip r:embed="rId4"/>
              <a:stretch>
                <a:fillRect t="-125" b="-12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296400" y="5295900"/>
            <a:ext cx="8324850" cy="4324350"/>
            <a:chOff x="0" y="0"/>
            <a:chExt cx="2192553" cy="1138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2553" cy="1138924"/>
            </a:xfrm>
            <a:custGeom>
              <a:avLst/>
              <a:gdLst/>
              <a:ahLst/>
              <a:cxnLst/>
              <a:rect l="l" t="t" r="r" b="b"/>
              <a:pathLst>
                <a:path w="2192553" h="1138924">
                  <a:moveTo>
                    <a:pt x="29759" y="0"/>
                  </a:moveTo>
                  <a:lnTo>
                    <a:pt x="2162794" y="0"/>
                  </a:lnTo>
                  <a:cubicBezTo>
                    <a:pt x="2179230" y="0"/>
                    <a:pt x="2192553" y="13324"/>
                    <a:pt x="2192553" y="29759"/>
                  </a:cubicBezTo>
                  <a:lnTo>
                    <a:pt x="2192553" y="1109164"/>
                  </a:lnTo>
                  <a:cubicBezTo>
                    <a:pt x="2192553" y="1125600"/>
                    <a:pt x="2179230" y="1138924"/>
                    <a:pt x="2162794" y="1138924"/>
                  </a:cubicBezTo>
                  <a:lnTo>
                    <a:pt x="29759" y="1138924"/>
                  </a:lnTo>
                  <a:cubicBezTo>
                    <a:pt x="13324" y="1138924"/>
                    <a:pt x="0" y="1125600"/>
                    <a:pt x="0" y="1109164"/>
                  </a:cubicBezTo>
                  <a:lnTo>
                    <a:pt x="0" y="29759"/>
                  </a:lnTo>
                  <a:cubicBezTo>
                    <a:pt x="0" y="13324"/>
                    <a:pt x="13324" y="0"/>
                    <a:pt x="29759" y="0"/>
                  </a:cubicBezTo>
                  <a:close/>
                </a:path>
              </a:pathLst>
            </a:custGeom>
            <a:solidFill>
              <a:srgbClr val="0F3460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255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29875" y="6223582"/>
            <a:ext cx="5630740" cy="2468986"/>
            <a:chOff x="0" y="0"/>
            <a:chExt cx="7507653" cy="329198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57150"/>
              <a:ext cx="7507653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Visual representations for enhanced presentations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334276"/>
              <a:ext cx="7507653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images highlight essential visual elements like charts and icons that enhance data representation, ensuring clarity and engagement during corporate presentations.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9490" y="1575431"/>
            <a:ext cx="631383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spc="-144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Visual Elements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5295900"/>
            <a:ext cx="9763125" cy="4324350"/>
            <a:chOff x="0" y="0"/>
            <a:chExt cx="2571358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16213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295900"/>
            <a:ext cx="6886575" cy="4324350"/>
            <a:chOff x="0" y="0"/>
            <a:chExt cx="1811150" cy="113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1150" cy="1137292"/>
            </a:xfrm>
            <a:custGeom>
              <a:avLst/>
              <a:gdLst/>
              <a:ahLst/>
              <a:cxnLst/>
              <a:rect l="l" t="t" r="r" b="b"/>
              <a:pathLst>
                <a:path w="1811150" h="1137292">
                  <a:moveTo>
                    <a:pt x="35975" y="0"/>
                  </a:moveTo>
                  <a:lnTo>
                    <a:pt x="1775176" y="0"/>
                  </a:lnTo>
                  <a:cubicBezTo>
                    <a:pt x="1784717" y="0"/>
                    <a:pt x="1793867" y="3790"/>
                    <a:pt x="1800614" y="10537"/>
                  </a:cubicBezTo>
                  <a:cubicBezTo>
                    <a:pt x="1807360" y="17283"/>
                    <a:pt x="1811150" y="26434"/>
                    <a:pt x="1811150" y="35975"/>
                  </a:cubicBezTo>
                  <a:lnTo>
                    <a:pt x="1811150" y="1101318"/>
                  </a:lnTo>
                  <a:cubicBezTo>
                    <a:pt x="1811150" y="1110859"/>
                    <a:pt x="1807360" y="1120009"/>
                    <a:pt x="1800614" y="1126756"/>
                  </a:cubicBezTo>
                  <a:cubicBezTo>
                    <a:pt x="1793867" y="1133502"/>
                    <a:pt x="1784717" y="1137292"/>
                    <a:pt x="1775176" y="1137292"/>
                  </a:cubicBezTo>
                  <a:lnTo>
                    <a:pt x="35975" y="1137292"/>
                  </a:lnTo>
                  <a:cubicBezTo>
                    <a:pt x="16106" y="1137292"/>
                    <a:pt x="0" y="1121186"/>
                    <a:pt x="0" y="1101318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811150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666750"/>
            <a:ext cx="6886575" cy="4324350"/>
            <a:chOff x="0" y="0"/>
            <a:chExt cx="1813748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3748" cy="1138924"/>
            </a:xfrm>
            <a:custGeom>
              <a:avLst/>
              <a:gdLst/>
              <a:ahLst/>
              <a:cxnLst/>
              <a:rect l="l" t="t" r="r" b="b"/>
              <a:pathLst>
                <a:path w="1813748" h="1138924">
                  <a:moveTo>
                    <a:pt x="35975" y="0"/>
                  </a:moveTo>
                  <a:lnTo>
                    <a:pt x="1777774" y="0"/>
                  </a:lnTo>
                  <a:cubicBezTo>
                    <a:pt x="1787315" y="0"/>
                    <a:pt x="1796465" y="3790"/>
                    <a:pt x="1803211" y="10537"/>
                  </a:cubicBezTo>
                  <a:cubicBezTo>
                    <a:pt x="1809958" y="17283"/>
                    <a:pt x="1813748" y="26434"/>
                    <a:pt x="1813748" y="35975"/>
                  </a:cubicBezTo>
                  <a:lnTo>
                    <a:pt x="1813748" y="1102949"/>
                  </a:lnTo>
                  <a:cubicBezTo>
                    <a:pt x="1813748" y="1122817"/>
                    <a:pt x="1797642" y="1138924"/>
                    <a:pt x="1777774" y="1138924"/>
                  </a:cubicBezTo>
                  <a:lnTo>
                    <a:pt x="35975" y="1138924"/>
                  </a:lnTo>
                  <a:cubicBezTo>
                    <a:pt x="26434" y="1138924"/>
                    <a:pt x="17283" y="1135133"/>
                    <a:pt x="10537" y="1128387"/>
                  </a:cubicBezTo>
                  <a:cubicBezTo>
                    <a:pt x="3790" y="1121640"/>
                    <a:pt x="0" y="1112490"/>
                    <a:pt x="0" y="1102949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16213E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81374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35448" y="8000104"/>
            <a:ext cx="1368805" cy="1100021"/>
          </a:xfrm>
          <a:custGeom>
            <a:avLst/>
            <a:gdLst/>
            <a:ahLst/>
            <a:cxnLst/>
            <a:rect l="l" t="t" r="r" b="b"/>
            <a:pathLst>
              <a:path w="1368805" h="1100021">
                <a:moveTo>
                  <a:pt x="0" y="0"/>
                </a:moveTo>
                <a:lnTo>
                  <a:pt x="1368804" y="0"/>
                </a:lnTo>
                <a:lnTo>
                  <a:pt x="1368804" y="1100021"/>
                </a:lnTo>
                <a:lnTo>
                  <a:pt x="0" y="110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666750" y="666750"/>
            <a:ext cx="9763125" cy="4324350"/>
            <a:chOff x="0" y="0"/>
            <a:chExt cx="2571358" cy="11389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CA2249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39490" y="1575431"/>
            <a:ext cx="7752110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spc="-144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Process Visualization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40859" y="6962775"/>
            <a:ext cx="8013919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Streamlining Corporate Workflows Effectively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19850" y="666750"/>
            <a:ext cx="5448300" cy="4324350"/>
            <a:chOff x="0" y="0"/>
            <a:chExt cx="1434943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295900"/>
            <a:ext cx="5448300" cy="4324350"/>
            <a:chOff x="0" y="0"/>
            <a:chExt cx="1434943" cy="1138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5295900"/>
            <a:ext cx="5448300" cy="4324350"/>
            <a:chOff x="0" y="0"/>
            <a:chExt cx="1434943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83527" y="1293589"/>
            <a:ext cx="4320945" cy="2792836"/>
            <a:chOff x="0" y="0"/>
            <a:chExt cx="5761261" cy="372378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50"/>
              <a:ext cx="5761261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Step-by-Step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75476"/>
              <a:ext cx="5761261" cy="294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template allows for </a:t>
              </a:r>
              <a:r>
                <a:rPr lang="en-US" sz="21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clear communication</a:t>
              </a: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complex processes through visual aids, enhancing audience comprehension and engagement throughout meetings.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0427" y="5922592"/>
            <a:ext cx="4320945" cy="2421361"/>
            <a:chOff x="0" y="0"/>
            <a:chExt cx="5761261" cy="322848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57150"/>
              <a:ext cx="5761261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Process Visualization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75476"/>
              <a:ext cx="5761261" cy="245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modular sections effectively showcases </a:t>
              </a:r>
              <a:r>
                <a:rPr lang="en-US" sz="2100" b="1" u="non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step-by-step workflows</a:t>
              </a:r>
              <a:r>
                <a:rPr lang="en-US" sz="2100" u="non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ensuring clarity and ease of understanding during corporate presentations.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83527" y="5922592"/>
            <a:ext cx="4320945" cy="2792836"/>
            <a:chOff x="0" y="0"/>
            <a:chExt cx="5761261" cy="3723781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57150"/>
              <a:ext cx="5761261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Sequential Clarity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75476"/>
              <a:ext cx="5761261" cy="294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Incorporating numbered lists and arrows promotes </a:t>
              </a:r>
              <a:r>
                <a:rPr lang="en-US" sz="21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logical progression</a:t>
              </a: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making it easier for stakeholders to follow critical business operations or project phases.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72950" y="666750"/>
            <a:ext cx="5448300" cy="8953500"/>
            <a:chOff x="0" y="0"/>
            <a:chExt cx="844084" cy="13871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4084" cy="1387131"/>
            </a:xfrm>
            <a:custGeom>
              <a:avLst/>
              <a:gdLst/>
              <a:ahLst/>
              <a:cxnLst/>
              <a:rect l="l" t="t" r="r" b="b"/>
              <a:pathLst>
                <a:path w="844084" h="1387131">
                  <a:moveTo>
                    <a:pt x="45471" y="0"/>
                  </a:moveTo>
                  <a:lnTo>
                    <a:pt x="798613" y="0"/>
                  </a:lnTo>
                  <a:cubicBezTo>
                    <a:pt x="823726" y="0"/>
                    <a:pt x="844084" y="20358"/>
                    <a:pt x="844084" y="45471"/>
                  </a:cubicBezTo>
                  <a:lnTo>
                    <a:pt x="844084" y="1341660"/>
                  </a:lnTo>
                  <a:cubicBezTo>
                    <a:pt x="844084" y="1353720"/>
                    <a:pt x="839294" y="1365286"/>
                    <a:pt x="830766" y="1373813"/>
                  </a:cubicBezTo>
                  <a:cubicBezTo>
                    <a:pt x="822238" y="1382341"/>
                    <a:pt x="810673" y="1387131"/>
                    <a:pt x="798613" y="1387131"/>
                  </a:cubicBezTo>
                  <a:lnTo>
                    <a:pt x="45471" y="1387131"/>
                  </a:lnTo>
                  <a:cubicBezTo>
                    <a:pt x="20358" y="1387131"/>
                    <a:pt x="0" y="1366773"/>
                    <a:pt x="0" y="1341660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blipFill>
              <a:blip r:embed="rId2"/>
              <a:stretch>
                <a:fillRect t="-290" b="-290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66750" y="666750"/>
            <a:ext cx="5448300" cy="4324350"/>
            <a:chOff x="0" y="0"/>
            <a:chExt cx="1434943" cy="11389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34943" cy="1138924"/>
            </a:xfrm>
            <a:custGeom>
              <a:avLst/>
              <a:gdLst/>
              <a:ahLst/>
              <a:cxnLst/>
              <a:rect l="l" t="t" r="r" b="b"/>
              <a:pathLst>
                <a:path w="1434943" h="1138924">
                  <a:moveTo>
                    <a:pt x="45471" y="0"/>
                  </a:moveTo>
                  <a:lnTo>
                    <a:pt x="1389472" y="0"/>
                  </a:lnTo>
                  <a:cubicBezTo>
                    <a:pt x="1401532" y="0"/>
                    <a:pt x="1413097" y="4791"/>
                    <a:pt x="1421625" y="13318"/>
                  </a:cubicBezTo>
                  <a:cubicBezTo>
                    <a:pt x="1430153" y="21846"/>
                    <a:pt x="1434943" y="33412"/>
                    <a:pt x="1434943" y="45471"/>
                  </a:cubicBezTo>
                  <a:lnTo>
                    <a:pt x="1434943" y="1093452"/>
                  </a:lnTo>
                  <a:cubicBezTo>
                    <a:pt x="1434943" y="1118565"/>
                    <a:pt x="1414585" y="1138924"/>
                    <a:pt x="1389472" y="1138924"/>
                  </a:cubicBezTo>
                  <a:lnTo>
                    <a:pt x="45471" y="1138924"/>
                  </a:lnTo>
                  <a:cubicBezTo>
                    <a:pt x="33412" y="1138924"/>
                    <a:pt x="21846" y="1134133"/>
                    <a:pt x="13318" y="1125605"/>
                  </a:cubicBezTo>
                  <a:cubicBezTo>
                    <a:pt x="4791" y="1117078"/>
                    <a:pt x="0" y="1105512"/>
                    <a:pt x="0" y="1093452"/>
                  </a:cubicBezTo>
                  <a:lnTo>
                    <a:pt x="0" y="45471"/>
                  </a:lnTo>
                  <a:cubicBezTo>
                    <a:pt x="0" y="33412"/>
                    <a:pt x="4791" y="21846"/>
                    <a:pt x="13318" y="13318"/>
                  </a:cubicBezTo>
                  <a:cubicBezTo>
                    <a:pt x="21846" y="4791"/>
                    <a:pt x="33412" y="0"/>
                    <a:pt x="45471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434943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39490" y="1584956"/>
            <a:ext cx="4311882" cy="97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144">
                <a:solidFill>
                  <a:srgbClr val="E9456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5295900"/>
            <a:ext cx="8324850" cy="4324350"/>
            <a:chOff x="0" y="0"/>
            <a:chExt cx="1289737" cy="669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669955"/>
            </a:xfrm>
            <a:custGeom>
              <a:avLst/>
              <a:gdLst/>
              <a:ahLst/>
              <a:cxnLst/>
              <a:rect l="l" t="t" r="r" b="b"/>
              <a:pathLst>
                <a:path w="1289737" h="669955">
                  <a:moveTo>
                    <a:pt x="29759" y="0"/>
                  </a:moveTo>
                  <a:lnTo>
                    <a:pt x="1259978" y="0"/>
                  </a:lnTo>
                  <a:cubicBezTo>
                    <a:pt x="1267871" y="0"/>
                    <a:pt x="1275440" y="3135"/>
                    <a:pt x="1281021" y="8716"/>
                  </a:cubicBezTo>
                  <a:cubicBezTo>
                    <a:pt x="1286602" y="14297"/>
                    <a:pt x="1289737" y="21867"/>
                    <a:pt x="1289737" y="29759"/>
                  </a:cubicBezTo>
                  <a:lnTo>
                    <a:pt x="1289737" y="640196"/>
                  </a:lnTo>
                  <a:cubicBezTo>
                    <a:pt x="1289737" y="656631"/>
                    <a:pt x="1276413" y="669955"/>
                    <a:pt x="1259978" y="669955"/>
                  </a:cubicBezTo>
                  <a:lnTo>
                    <a:pt x="29759" y="669955"/>
                  </a:lnTo>
                  <a:cubicBezTo>
                    <a:pt x="13324" y="669955"/>
                    <a:pt x="0" y="656631"/>
                    <a:pt x="0" y="640196"/>
                  </a:cubicBezTo>
                  <a:lnTo>
                    <a:pt x="0" y="29759"/>
                  </a:lnTo>
                  <a:cubicBezTo>
                    <a:pt x="0" y="13324"/>
                    <a:pt x="13324" y="0"/>
                    <a:pt x="29759" y="0"/>
                  </a:cubicBezTo>
                  <a:close/>
                </a:path>
              </a:pathLst>
            </a:custGeom>
            <a:blipFill>
              <a:blip r:embed="rId2"/>
              <a:stretch>
                <a:fillRect l="-554" r="-55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5295900"/>
            <a:ext cx="4010025" cy="4324350"/>
            <a:chOff x="0" y="0"/>
            <a:chExt cx="1056138" cy="11389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6138" cy="1138924"/>
            </a:xfrm>
            <a:custGeom>
              <a:avLst/>
              <a:gdLst/>
              <a:ahLst/>
              <a:cxnLst/>
              <a:rect l="l" t="t" r="r" b="b"/>
              <a:pathLst>
                <a:path w="1056138" h="1138924">
                  <a:moveTo>
                    <a:pt x="61781" y="0"/>
                  </a:moveTo>
                  <a:lnTo>
                    <a:pt x="994358" y="0"/>
                  </a:lnTo>
                  <a:cubicBezTo>
                    <a:pt x="1028478" y="0"/>
                    <a:pt x="1056138" y="27660"/>
                    <a:pt x="1056138" y="61781"/>
                  </a:cubicBezTo>
                  <a:lnTo>
                    <a:pt x="1056138" y="1077143"/>
                  </a:lnTo>
                  <a:cubicBezTo>
                    <a:pt x="1056138" y="1111263"/>
                    <a:pt x="1028478" y="1138924"/>
                    <a:pt x="994358" y="1138924"/>
                  </a:cubicBezTo>
                  <a:lnTo>
                    <a:pt x="61781" y="1138924"/>
                  </a:lnTo>
                  <a:cubicBezTo>
                    <a:pt x="27660" y="1138924"/>
                    <a:pt x="0" y="1111263"/>
                    <a:pt x="0" y="1077143"/>
                  </a:cubicBezTo>
                  <a:lnTo>
                    <a:pt x="0" y="61781"/>
                  </a:lnTo>
                  <a:cubicBezTo>
                    <a:pt x="0" y="27660"/>
                    <a:pt x="27660" y="0"/>
                    <a:pt x="61781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05613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81575" y="5295900"/>
            <a:ext cx="4010025" cy="4324350"/>
            <a:chOff x="0" y="0"/>
            <a:chExt cx="621258" cy="6699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669955"/>
            </a:xfrm>
            <a:custGeom>
              <a:avLst/>
              <a:gdLst/>
              <a:ahLst/>
              <a:cxnLst/>
              <a:rect l="l" t="t" r="r" b="b"/>
              <a:pathLst>
                <a:path w="621258" h="669955">
                  <a:moveTo>
                    <a:pt x="61781" y="0"/>
                  </a:moveTo>
                  <a:lnTo>
                    <a:pt x="559477" y="0"/>
                  </a:lnTo>
                  <a:cubicBezTo>
                    <a:pt x="593598" y="0"/>
                    <a:pt x="621258" y="27660"/>
                    <a:pt x="621258" y="61781"/>
                  </a:cubicBezTo>
                  <a:lnTo>
                    <a:pt x="621258" y="608174"/>
                  </a:lnTo>
                  <a:cubicBezTo>
                    <a:pt x="621258" y="642295"/>
                    <a:pt x="593598" y="669955"/>
                    <a:pt x="559477" y="669955"/>
                  </a:cubicBezTo>
                  <a:lnTo>
                    <a:pt x="61781" y="669955"/>
                  </a:lnTo>
                  <a:cubicBezTo>
                    <a:pt x="27660" y="669955"/>
                    <a:pt x="0" y="642295"/>
                    <a:pt x="0" y="608174"/>
                  </a:cubicBezTo>
                  <a:lnTo>
                    <a:pt x="0" y="61781"/>
                  </a:lnTo>
                  <a:cubicBezTo>
                    <a:pt x="0" y="27660"/>
                    <a:pt x="27660" y="0"/>
                    <a:pt x="61781" y="0"/>
                  </a:cubicBezTo>
                  <a:close/>
                </a:path>
              </a:pathLst>
            </a:custGeom>
            <a:blipFill>
              <a:blip r:embed="rId3"/>
              <a:stretch>
                <a:fillRect t="-125" b="-12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734675" y="666750"/>
            <a:ext cx="6886575" cy="4324350"/>
            <a:chOff x="0" y="0"/>
            <a:chExt cx="1066911" cy="6699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6911" cy="669955"/>
            </a:xfrm>
            <a:custGeom>
              <a:avLst/>
              <a:gdLst/>
              <a:ahLst/>
              <a:cxnLst/>
              <a:rect l="l" t="t" r="r" b="b"/>
              <a:pathLst>
                <a:path w="1066911" h="669955">
                  <a:moveTo>
                    <a:pt x="35975" y="0"/>
                  </a:moveTo>
                  <a:lnTo>
                    <a:pt x="1030936" y="0"/>
                  </a:lnTo>
                  <a:cubicBezTo>
                    <a:pt x="1040477" y="0"/>
                    <a:pt x="1049627" y="3790"/>
                    <a:pt x="1056374" y="10537"/>
                  </a:cubicBezTo>
                  <a:cubicBezTo>
                    <a:pt x="1063120" y="17283"/>
                    <a:pt x="1066911" y="26434"/>
                    <a:pt x="1066911" y="35975"/>
                  </a:cubicBezTo>
                  <a:lnTo>
                    <a:pt x="1066911" y="633980"/>
                  </a:lnTo>
                  <a:cubicBezTo>
                    <a:pt x="1066911" y="643521"/>
                    <a:pt x="1063120" y="652672"/>
                    <a:pt x="1056374" y="659418"/>
                  </a:cubicBezTo>
                  <a:cubicBezTo>
                    <a:pt x="1049627" y="666165"/>
                    <a:pt x="1040477" y="669955"/>
                    <a:pt x="1030936" y="669955"/>
                  </a:cubicBezTo>
                  <a:lnTo>
                    <a:pt x="35975" y="669955"/>
                  </a:lnTo>
                  <a:cubicBezTo>
                    <a:pt x="16106" y="669955"/>
                    <a:pt x="0" y="653849"/>
                    <a:pt x="0" y="633980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blipFill>
              <a:blip r:embed="rId4"/>
              <a:stretch>
                <a:fillRect l="-436" r="-436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9763125" cy="4324350"/>
            <a:chOff x="0" y="0"/>
            <a:chExt cx="2571358" cy="1138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CA2249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9490" y="1448752"/>
            <a:ext cx="8567030" cy="2760346"/>
            <a:chOff x="0" y="0"/>
            <a:chExt cx="11422707" cy="368046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23825"/>
              <a:ext cx="11422707" cy="2558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00"/>
                </a:lnSpc>
              </a:pPr>
              <a:r>
                <a:rPr lang="en-US" sz="7200" spc="-144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Visualizing Meeting Agendas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145791"/>
              <a:ext cx="11422707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Effective PowerPoint Templates for Corporations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2858898" y="8001586"/>
            <a:ext cx="1368805" cy="1100021"/>
          </a:xfrm>
          <a:custGeom>
            <a:avLst/>
            <a:gdLst/>
            <a:ahLst/>
            <a:cxnLst/>
            <a:rect l="l" t="t" r="r" b="b"/>
            <a:pathLst>
              <a:path w="1368805" h="1100021">
                <a:moveTo>
                  <a:pt x="0" y="0"/>
                </a:moveTo>
                <a:lnTo>
                  <a:pt x="1368804" y="0"/>
                </a:lnTo>
                <a:lnTo>
                  <a:pt x="1368804" y="1100022"/>
                </a:lnTo>
                <a:lnTo>
                  <a:pt x="0" y="1100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5295900"/>
            <a:ext cx="9763125" cy="4324350"/>
            <a:chOff x="0" y="0"/>
            <a:chExt cx="2571358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0F3460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295900"/>
            <a:ext cx="6886575" cy="4324350"/>
            <a:chOff x="0" y="0"/>
            <a:chExt cx="1811150" cy="113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1150" cy="1137292"/>
            </a:xfrm>
            <a:custGeom>
              <a:avLst/>
              <a:gdLst/>
              <a:ahLst/>
              <a:cxnLst/>
              <a:rect l="l" t="t" r="r" b="b"/>
              <a:pathLst>
                <a:path w="1811150" h="1137292">
                  <a:moveTo>
                    <a:pt x="35975" y="0"/>
                  </a:moveTo>
                  <a:lnTo>
                    <a:pt x="1775176" y="0"/>
                  </a:lnTo>
                  <a:cubicBezTo>
                    <a:pt x="1784717" y="0"/>
                    <a:pt x="1793867" y="3790"/>
                    <a:pt x="1800614" y="10537"/>
                  </a:cubicBezTo>
                  <a:cubicBezTo>
                    <a:pt x="1807360" y="17283"/>
                    <a:pt x="1811150" y="26434"/>
                    <a:pt x="1811150" y="35975"/>
                  </a:cubicBezTo>
                  <a:lnTo>
                    <a:pt x="1811150" y="1101318"/>
                  </a:lnTo>
                  <a:cubicBezTo>
                    <a:pt x="1811150" y="1110859"/>
                    <a:pt x="1807360" y="1120009"/>
                    <a:pt x="1800614" y="1126756"/>
                  </a:cubicBezTo>
                  <a:cubicBezTo>
                    <a:pt x="1793867" y="1133502"/>
                    <a:pt x="1784717" y="1137292"/>
                    <a:pt x="1775176" y="1137292"/>
                  </a:cubicBezTo>
                  <a:lnTo>
                    <a:pt x="35975" y="1137292"/>
                  </a:lnTo>
                  <a:cubicBezTo>
                    <a:pt x="16106" y="1137292"/>
                    <a:pt x="0" y="1121186"/>
                    <a:pt x="0" y="1101318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811150" cy="1165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666750"/>
            <a:ext cx="6886575" cy="4324350"/>
            <a:chOff x="0" y="0"/>
            <a:chExt cx="1813748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3748" cy="1138924"/>
            </a:xfrm>
            <a:custGeom>
              <a:avLst/>
              <a:gdLst/>
              <a:ahLst/>
              <a:cxnLst/>
              <a:rect l="l" t="t" r="r" b="b"/>
              <a:pathLst>
                <a:path w="1813748" h="1138924">
                  <a:moveTo>
                    <a:pt x="35975" y="0"/>
                  </a:moveTo>
                  <a:lnTo>
                    <a:pt x="1777774" y="0"/>
                  </a:lnTo>
                  <a:cubicBezTo>
                    <a:pt x="1787315" y="0"/>
                    <a:pt x="1796465" y="3790"/>
                    <a:pt x="1803211" y="10537"/>
                  </a:cubicBezTo>
                  <a:cubicBezTo>
                    <a:pt x="1809958" y="17283"/>
                    <a:pt x="1813748" y="26434"/>
                    <a:pt x="1813748" y="35975"/>
                  </a:cubicBezTo>
                  <a:lnTo>
                    <a:pt x="1813748" y="1102949"/>
                  </a:lnTo>
                  <a:cubicBezTo>
                    <a:pt x="1813748" y="1122817"/>
                    <a:pt x="1797642" y="1138924"/>
                    <a:pt x="1777774" y="1138924"/>
                  </a:cubicBezTo>
                  <a:lnTo>
                    <a:pt x="35975" y="1138924"/>
                  </a:lnTo>
                  <a:cubicBezTo>
                    <a:pt x="26434" y="1138924"/>
                    <a:pt x="17283" y="1135133"/>
                    <a:pt x="10537" y="1128387"/>
                  </a:cubicBezTo>
                  <a:cubicBezTo>
                    <a:pt x="3790" y="1121640"/>
                    <a:pt x="0" y="1112490"/>
                    <a:pt x="0" y="1102949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0F3460"/>
            </a:solidFill>
            <a:ln w="38100" cap="rnd">
              <a:solidFill>
                <a:srgbClr val="F8BD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81374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35448" y="8000104"/>
            <a:ext cx="1368805" cy="1100021"/>
          </a:xfrm>
          <a:custGeom>
            <a:avLst/>
            <a:gdLst/>
            <a:ahLst/>
            <a:cxnLst/>
            <a:rect l="l" t="t" r="r" b="b"/>
            <a:pathLst>
              <a:path w="1368805" h="1100021">
                <a:moveTo>
                  <a:pt x="0" y="0"/>
                </a:moveTo>
                <a:lnTo>
                  <a:pt x="1368804" y="0"/>
                </a:lnTo>
                <a:lnTo>
                  <a:pt x="1368804" y="1100021"/>
                </a:lnTo>
                <a:lnTo>
                  <a:pt x="0" y="110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666750" y="666750"/>
            <a:ext cx="9763125" cy="4324350"/>
            <a:chOff x="0" y="0"/>
            <a:chExt cx="2571358" cy="11389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39490" y="1575431"/>
            <a:ext cx="7752110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spc="-144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Effective Template Usage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840859" y="6704087"/>
            <a:ext cx="8013919" cy="1507976"/>
            <a:chOff x="0" y="0"/>
            <a:chExt cx="10685226" cy="201063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1068522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>
                  <a:solidFill>
                    <a:srgbClr val="F5F5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Best Practices for Corporate Presentations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043529"/>
              <a:ext cx="10685226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modular templates enhances </a:t>
              </a:r>
              <a:r>
                <a:rPr lang="en-US" sz="2100" b="1" u="none" strike="noStrike">
                  <a:solidFill>
                    <a:srgbClr val="F5F5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professionalism</a:t>
              </a:r>
              <a:r>
                <a:rPr lang="en-US" sz="2100" u="none" strike="noStrike">
                  <a:solidFill>
                    <a:srgbClr val="F5F5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clarity, ensuring impactful presentations tailored to your corporate needs.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5295900"/>
            <a:ext cx="9763125" cy="4324350"/>
            <a:chOff x="0" y="0"/>
            <a:chExt cx="2571358" cy="1138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E9456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295900"/>
            <a:ext cx="6886575" cy="4324350"/>
            <a:chOff x="0" y="0"/>
            <a:chExt cx="1225812" cy="7697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5812" cy="769736"/>
            </a:xfrm>
            <a:custGeom>
              <a:avLst/>
              <a:gdLst/>
              <a:ahLst/>
              <a:cxnLst/>
              <a:rect l="l" t="t" r="r" b="b"/>
              <a:pathLst>
                <a:path w="1225812" h="769736">
                  <a:moveTo>
                    <a:pt x="35975" y="0"/>
                  </a:moveTo>
                  <a:lnTo>
                    <a:pt x="1189838" y="0"/>
                  </a:lnTo>
                  <a:cubicBezTo>
                    <a:pt x="1209706" y="0"/>
                    <a:pt x="1225812" y="16106"/>
                    <a:pt x="1225812" y="35975"/>
                  </a:cubicBezTo>
                  <a:lnTo>
                    <a:pt x="1225812" y="733761"/>
                  </a:lnTo>
                  <a:cubicBezTo>
                    <a:pt x="1225812" y="743302"/>
                    <a:pt x="1222022" y="752452"/>
                    <a:pt x="1215276" y="759199"/>
                  </a:cubicBezTo>
                  <a:cubicBezTo>
                    <a:pt x="1208529" y="765945"/>
                    <a:pt x="1199379" y="769736"/>
                    <a:pt x="1189838" y="769736"/>
                  </a:cubicBezTo>
                  <a:lnTo>
                    <a:pt x="35975" y="769736"/>
                  </a:lnTo>
                  <a:cubicBezTo>
                    <a:pt x="16106" y="769736"/>
                    <a:pt x="0" y="753629"/>
                    <a:pt x="0" y="733761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blipFill>
              <a:blip r:embed="rId2"/>
              <a:stretch>
                <a:fillRect l="-436" r="-43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8496572" y="8598707"/>
            <a:ext cx="822306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F5F5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Customize Your Template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666750"/>
            <a:ext cx="9763125" cy="4324350"/>
            <a:chOff x="0" y="0"/>
            <a:chExt cx="2571358" cy="11389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71358" cy="1138924"/>
            </a:xfrm>
            <a:custGeom>
              <a:avLst/>
              <a:gdLst/>
              <a:ahLst/>
              <a:cxnLst/>
              <a:rect l="l" t="t" r="r" b="b"/>
              <a:pathLst>
                <a:path w="2571358" h="1138924">
                  <a:moveTo>
                    <a:pt x="25375" y="0"/>
                  </a:moveTo>
                  <a:lnTo>
                    <a:pt x="2545983" y="0"/>
                  </a:lnTo>
                  <a:cubicBezTo>
                    <a:pt x="2552713" y="0"/>
                    <a:pt x="2559167" y="2673"/>
                    <a:pt x="2563926" y="7432"/>
                  </a:cubicBezTo>
                  <a:cubicBezTo>
                    <a:pt x="2568684" y="12191"/>
                    <a:pt x="2571358" y="18645"/>
                    <a:pt x="2571358" y="25375"/>
                  </a:cubicBezTo>
                  <a:lnTo>
                    <a:pt x="2571358" y="1113548"/>
                  </a:lnTo>
                  <a:cubicBezTo>
                    <a:pt x="2571358" y="1127563"/>
                    <a:pt x="2559997" y="1138924"/>
                    <a:pt x="2545983" y="1138924"/>
                  </a:cubicBezTo>
                  <a:lnTo>
                    <a:pt x="25375" y="1138924"/>
                  </a:lnTo>
                  <a:cubicBezTo>
                    <a:pt x="18645" y="1138924"/>
                    <a:pt x="12191" y="1136250"/>
                    <a:pt x="7432" y="1131491"/>
                  </a:cubicBezTo>
                  <a:cubicBezTo>
                    <a:pt x="2673" y="1126732"/>
                    <a:pt x="0" y="1120278"/>
                    <a:pt x="0" y="1113548"/>
                  </a:cubicBezTo>
                  <a:lnTo>
                    <a:pt x="0" y="25375"/>
                  </a:lnTo>
                  <a:cubicBezTo>
                    <a:pt x="0" y="18645"/>
                    <a:pt x="2673" y="12191"/>
                    <a:pt x="7432" y="7432"/>
                  </a:cubicBezTo>
                  <a:cubicBezTo>
                    <a:pt x="12191" y="2673"/>
                    <a:pt x="18645" y="0"/>
                    <a:pt x="25375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571358" cy="116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34675" y="666750"/>
            <a:ext cx="6886575" cy="4324350"/>
            <a:chOff x="0" y="0"/>
            <a:chExt cx="1524158" cy="957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158" cy="957078"/>
            </a:xfrm>
            <a:custGeom>
              <a:avLst/>
              <a:gdLst/>
              <a:ahLst/>
              <a:cxnLst/>
              <a:rect l="l" t="t" r="r" b="b"/>
              <a:pathLst>
                <a:path w="1524158" h="957078">
                  <a:moveTo>
                    <a:pt x="35975" y="0"/>
                  </a:moveTo>
                  <a:lnTo>
                    <a:pt x="1488184" y="0"/>
                  </a:lnTo>
                  <a:cubicBezTo>
                    <a:pt x="1508052" y="0"/>
                    <a:pt x="1524158" y="16106"/>
                    <a:pt x="1524158" y="35975"/>
                  </a:cubicBezTo>
                  <a:lnTo>
                    <a:pt x="1524158" y="921104"/>
                  </a:lnTo>
                  <a:cubicBezTo>
                    <a:pt x="1524158" y="930645"/>
                    <a:pt x="1520368" y="939795"/>
                    <a:pt x="1513621" y="946542"/>
                  </a:cubicBezTo>
                  <a:cubicBezTo>
                    <a:pt x="1506875" y="953288"/>
                    <a:pt x="1497725" y="957078"/>
                    <a:pt x="1488184" y="957078"/>
                  </a:cubicBezTo>
                  <a:lnTo>
                    <a:pt x="35975" y="957078"/>
                  </a:lnTo>
                  <a:cubicBezTo>
                    <a:pt x="26434" y="957078"/>
                    <a:pt x="17283" y="953288"/>
                    <a:pt x="10537" y="946542"/>
                  </a:cubicBezTo>
                  <a:cubicBezTo>
                    <a:pt x="3790" y="939795"/>
                    <a:pt x="0" y="930645"/>
                    <a:pt x="0" y="921104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blipFill>
              <a:blip r:embed="rId3"/>
              <a:stretch>
                <a:fillRect l="-436" r="-43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39490" y="1571627"/>
            <a:ext cx="775211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spc="-144">
                <a:solidFill>
                  <a:srgbClr val="E9456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Custom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Cooper BT Light</vt:lpstr>
      <vt:lpstr>TT Interphases</vt:lpstr>
      <vt:lpstr>TT Interphases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Corporate Meeting Template</dc:title>
  <dc:creator>PADMANAVA</dc:creator>
  <dc:description>Presentation - Corporate Meeting Template</dc:description>
  <cp:lastModifiedBy>mojumderpadmanava@gmail.com</cp:lastModifiedBy>
  <cp:revision>1</cp:revision>
  <dcterms:created xsi:type="dcterms:W3CDTF">2006-08-16T00:00:00Z</dcterms:created>
  <dcterms:modified xsi:type="dcterms:W3CDTF">2025-10-18T06:13:52Z</dcterms:modified>
  <dc:identifier>DAG14Etut_I</dc:identifier>
</cp:coreProperties>
</file>