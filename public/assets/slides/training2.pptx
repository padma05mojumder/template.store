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oppins Bold" panose="020B0604020202020204" charset="0"/>
      <p:regular r:id="rId14"/>
    </p:embeddedFont>
    <p:embeddedFont>
      <p:font typeface="Proxima Nova" panose="020B0604020202020204" charset="0"/>
      <p:regular r:id="rId15"/>
    </p:embeddedFont>
    <p:embeddedFont>
      <p:font typeface="Proxima Nova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2700"/>
            <a:ext cx="9144000" cy="10299700"/>
            <a:chOff x="0" y="0"/>
            <a:chExt cx="786406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6406" cy="885799"/>
            </a:xfrm>
            <a:custGeom>
              <a:avLst/>
              <a:gdLst/>
              <a:ahLst/>
              <a:cxnLst/>
              <a:rect l="l" t="t" r="r" b="b"/>
              <a:pathLst>
                <a:path w="786406" h="885799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t="-157" b="-1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1785" y="666750"/>
            <a:ext cx="6886575" cy="5885336"/>
            <a:chOff x="0" y="0"/>
            <a:chExt cx="9182100" cy="7847115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9182100" cy="5923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580"/>
                </a:lnSpc>
              </a:pPr>
              <a:r>
                <a:rPr lang="en-US" sz="7800" b="1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Training &amp; Development Template Overview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459640"/>
              <a:ext cx="918210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8FAF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Professional modular templates for effective training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785" y="9250680"/>
            <a:ext cx="687154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8FAF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 [name here], Training Specialist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759735" y="666750"/>
            <a:ext cx="2861515" cy="1430758"/>
            <a:chOff x="0" y="0"/>
            <a:chExt cx="3815353" cy="190767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F2937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7618041"/>
            <a:chOff x="0" y="0"/>
            <a:chExt cx="9182100" cy="10157388"/>
          </a:xfrm>
        </p:grpSpPr>
        <p:sp>
          <p:nvSpPr>
            <p:cNvPr id="5" name="TextBox 5"/>
            <p:cNvSpPr txBox="1"/>
            <p:nvPr/>
          </p:nvSpPr>
          <p:spPr>
            <a:xfrm>
              <a:off x="0" y="5029200"/>
              <a:ext cx="9167398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Enhancing professional training with versatile and customizable PowerPoint solutions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96178"/>
              <a:ext cx="9182100" cy="2061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Provide </a:t>
              </a:r>
              <a:r>
                <a:rPr lang="en-US" sz="2400" b="1" u="none" strike="noStrike">
                  <a:solidFill>
                    <a:srgbClr val="334155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flexibility</a:t>
              </a:r>
              <a:r>
                <a:rPr lang="en-US" sz="2400" u="none" strike="noStrike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in design and content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Focus on </a:t>
              </a:r>
              <a:r>
                <a:rPr lang="en-US" sz="2400" b="1" u="none" strike="noStrike">
                  <a:solidFill>
                    <a:srgbClr val="334155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engagement</a:t>
              </a:r>
              <a:r>
                <a:rPr lang="en-US" sz="2400" u="none" strike="noStrike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and clarity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Feature </a:t>
              </a:r>
              <a:r>
                <a:rPr lang="en-US" sz="2400" b="1" u="none" strike="noStrike">
                  <a:solidFill>
                    <a:srgbClr val="334155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four distinct templates</a:t>
              </a:r>
              <a:r>
                <a:rPr lang="en-US" sz="2400" u="none" strike="noStrike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for varied training needs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4602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Value of Modular Templates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2042" y="657225"/>
            <a:ext cx="12639675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b="1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Skill Development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3543" y="6448985"/>
            <a:ext cx="399899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Initiated program focusing on essential skills.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2042" y="4169186"/>
            <a:ext cx="4004733" cy="1413024"/>
            <a:chOff x="0" y="0"/>
            <a:chExt cx="5339644" cy="1884032"/>
          </a:xfrm>
        </p:grpSpPr>
        <p:sp>
          <p:nvSpPr>
            <p:cNvPr id="5" name="TextBox 5"/>
            <p:cNvSpPr txBox="1"/>
            <p:nvPr/>
          </p:nvSpPr>
          <p:spPr>
            <a:xfrm>
              <a:off x="0" y="928357"/>
              <a:ext cx="5339644" cy="95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Launch of New Training Program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339644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2023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673543" y="6039410"/>
            <a:ext cx="3998998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986867" y="6448985"/>
            <a:ext cx="401002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Evaluated progress and identified improvement areas.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85365" y="4531136"/>
            <a:ext cx="4006235" cy="1051074"/>
            <a:chOff x="0" y="0"/>
            <a:chExt cx="5341646" cy="140143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28357"/>
              <a:ext cx="5341646" cy="473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Mid-Year Skills Assessment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341646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2024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986867" y="6039410"/>
            <a:ext cx="4010025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9309715" y="6448985"/>
            <a:ext cx="4002002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Gathered participant feedback for future improvements.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08214" y="4169186"/>
            <a:ext cx="3998211" cy="1413024"/>
            <a:chOff x="0" y="0"/>
            <a:chExt cx="5330948" cy="188403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928357"/>
              <a:ext cx="5330948" cy="95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Implementation of Feedback Mechanisms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330948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2025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309715" y="6039410"/>
            <a:ext cx="4002002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3616517" y="6448985"/>
            <a:ext cx="401002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Analyzed data to enhance training effectiveness and outcomes.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615015" y="4169186"/>
            <a:ext cx="4006235" cy="1413024"/>
            <a:chOff x="0" y="0"/>
            <a:chExt cx="5341646" cy="1884032"/>
          </a:xfrm>
        </p:grpSpPr>
        <p:sp>
          <p:nvSpPr>
            <p:cNvPr id="20" name="TextBox 20"/>
            <p:cNvSpPr txBox="1"/>
            <p:nvPr/>
          </p:nvSpPr>
          <p:spPr>
            <a:xfrm>
              <a:off x="0" y="928357"/>
              <a:ext cx="5341646" cy="95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Comprehensive Skills Evaluation and Reporting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341646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2026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3616517" y="6039410"/>
            <a:ext cx="4010025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2042" y="657225"/>
            <a:ext cx="12639675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b="1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Skill Development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3004" y="6813468"/>
            <a:ext cx="2562783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Identify learner skills and set goals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2042" y="4248082"/>
            <a:ext cx="2566458" cy="1698617"/>
            <a:chOff x="0" y="0"/>
            <a:chExt cx="3421944" cy="2264823"/>
          </a:xfrm>
        </p:grpSpPr>
        <p:sp>
          <p:nvSpPr>
            <p:cNvPr id="5" name="TextBox 5"/>
            <p:cNvSpPr txBox="1"/>
            <p:nvPr/>
          </p:nvSpPr>
          <p:spPr>
            <a:xfrm>
              <a:off x="0" y="826548"/>
              <a:ext cx="3421944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Initial Skill Assessment and Planning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421944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2023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673004" y="6403893"/>
            <a:ext cx="2562783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268618" y="6813468"/>
            <a:ext cx="2570787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Enhance skills through hands-on activities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268618" y="4248082"/>
            <a:ext cx="2568358" cy="1698617"/>
            <a:chOff x="0" y="0"/>
            <a:chExt cx="3424477" cy="226482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26548"/>
              <a:ext cx="3424477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Intermediate Skill Workshops and Training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424477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2024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268618" y="6403893"/>
            <a:ext cx="2570787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7858125" y="6813468"/>
            <a:ext cx="2564266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Assess progress and determine next steps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867094" y="4610032"/>
            <a:ext cx="2561837" cy="1336667"/>
            <a:chOff x="0" y="0"/>
            <a:chExt cx="3415783" cy="178222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26548"/>
              <a:ext cx="3415783" cy="95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Final Skill Evaluation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3415783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2025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7858125" y="6403893"/>
            <a:ext cx="2564266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459050" y="6813468"/>
            <a:ext cx="257228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Apply skills in real-world scenarios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59988" y="6813468"/>
            <a:ext cx="2572288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Continuous improvement through regular training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459050" y="4248082"/>
            <a:ext cx="2569857" cy="1698617"/>
            <a:chOff x="0" y="0"/>
            <a:chExt cx="3426476" cy="2264823"/>
          </a:xfrm>
        </p:grpSpPr>
        <p:sp>
          <p:nvSpPr>
            <p:cNvPr id="21" name="TextBox 21"/>
            <p:cNvSpPr txBox="1"/>
            <p:nvPr/>
          </p:nvSpPr>
          <p:spPr>
            <a:xfrm>
              <a:off x="0" y="826548"/>
              <a:ext cx="3426476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Advanced Skill Application Sessions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3426476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059025" y="4248082"/>
            <a:ext cx="2569857" cy="1698617"/>
            <a:chOff x="0" y="0"/>
            <a:chExt cx="3426476" cy="2264823"/>
          </a:xfrm>
        </p:grpSpPr>
        <p:sp>
          <p:nvSpPr>
            <p:cNvPr id="24" name="TextBox 24"/>
            <p:cNvSpPr txBox="1"/>
            <p:nvPr/>
          </p:nvSpPr>
          <p:spPr>
            <a:xfrm>
              <a:off x="0" y="826548"/>
              <a:ext cx="3426476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Ongoing Skill Refreshers and Updates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426476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2026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1459050" y="6403893"/>
            <a:ext cx="2572288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5059988" y="6403893"/>
            <a:ext cx="2572288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14744700" y="666750"/>
            <a:ext cx="2861515" cy="1430758"/>
            <a:chOff x="0" y="0"/>
            <a:chExt cx="3815353" cy="1907677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F2937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3408"/>
            <a:chOff x="0" y="0"/>
            <a:chExt cx="1534063" cy="1725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4063" cy="1725219"/>
            </a:xfrm>
            <a:custGeom>
              <a:avLst/>
              <a:gdLst/>
              <a:ahLst/>
              <a:cxnLst/>
              <a:rect l="l" t="t" r="r" b="b"/>
              <a:pathLst>
                <a:path w="1534063" h="1725219">
                  <a:moveTo>
                    <a:pt x="0" y="0"/>
                  </a:moveTo>
                  <a:lnTo>
                    <a:pt x="1534063" y="0"/>
                  </a:lnTo>
                  <a:lnTo>
                    <a:pt x="1534063" y="1725219"/>
                  </a:lnTo>
                  <a:lnTo>
                    <a:pt x="0" y="1725219"/>
                  </a:lnTo>
                  <a:close/>
                </a:path>
              </a:pathLst>
            </a:custGeom>
            <a:blipFill>
              <a:blip r:embed="rId2"/>
              <a:stretch>
                <a:fillRect t="-237" b="-2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666750"/>
            <a:ext cx="6886575" cy="4757406"/>
            <a:chOff x="0" y="0"/>
            <a:chExt cx="9182100" cy="6343207"/>
          </a:xfrm>
        </p:grpSpPr>
        <p:sp>
          <p:nvSpPr>
            <p:cNvPr id="5" name="TextBox 5"/>
            <p:cNvSpPr txBox="1"/>
            <p:nvPr/>
          </p:nvSpPr>
          <p:spPr>
            <a:xfrm>
              <a:off x="0" y="5844097"/>
              <a:ext cx="91821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Key Performance Indicators for Measuring Success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9182100" cy="5173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49"/>
                </a:lnSpc>
              </a:pPr>
              <a:r>
                <a:rPr lang="en-US" sz="5499" b="1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Enhancing Training Effectiveness Through Data Visualization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028700"/>
            <a:ext cx="5753100" cy="1829314"/>
            <a:chOff x="0" y="0"/>
            <a:chExt cx="7670800" cy="2439086"/>
          </a:xfrm>
        </p:grpSpPr>
        <p:sp>
          <p:nvSpPr>
            <p:cNvPr id="3" name="TextBox 3"/>
            <p:cNvSpPr txBox="1"/>
            <p:nvPr/>
          </p:nvSpPr>
          <p:spPr>
            <a:xfrm>
              <a:off x="0" y="1880286"/>
              <a:ext cx="76708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799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Training Completion Rate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6708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8000" b="1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75%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056062"/>
            <a:ext cx="5753100" cy="1909672"/>
            <a:chOff x="0" y="0"/>
            <a:chExt cx="7670800" cy="2546229"/>
          </a:xfrm>
        </p:grpSpPr>
        <p:sp>
          <p:nvSpPr>
            <p:cNvPr id="6" name="TextBox 6"/>
            <p:cNvSpPr txBox="1"/>
            <p:nvPr/>
          </p:nvSpPr>
          <p:spPr>
            <a:xfrm>
              <a:off x="0" y="1985285"/>
              <a:ext cx="7670800" cy="560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Average Assessment Score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76708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  <a:spcBef>
                  <a:spcPct val="0"/>
                </a:spcBef>
              </a:pPr>
              <a:r>
                <a:rPr lang="en-US" sz="8000" b="1" u="none" strike="noStrike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85%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7383160"/>
            <a:ext cx="5753100" cy="1875140"/>
            <a:chOff x="0" y="0"/>
            <a:chExt cx="7670800" cy="2500186"/>
          </a:xfrm>
        </p:grpSpPr>
        <p:sp>
          <p:nvSpPr>
            <p:cNvPr id="9" name="TextBox 9"/>
            <p:cNvSpPr txBox="1"/>
            <p:nvPr/>
          </p:nvSpPr>
          <p:spPr>
            <a:xfrm>
              <a:off x="0" y="1939242"/>
              <a:ext cx="7670800" cy="560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Positive Feedback Ratings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76708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  <a:spcBef>
                  <a:spcPct val="0"/>
                </a:spcBef>
              </a:pPr>
              <a:r>
                <a:rPr lang="en-US" sz="8000" b="1" u="none" strike="noStrike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90%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9144000" cy="10287000"/>
            <a:chOff x="0" y="0"/>
            <a:chExt cx="1534063" cy="17258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4063" cy="1725821"/>
            </a:xfrm>
            <a:custGeom>
              <a:avLst/>
              <a:gdLst/>
              <a:ahLst/>
              <a:cxnLst/>
              <a:rect l="l" t="t" r="r" b="b"/>
              <a:pathLst>
                <a:path w="1534063" h="1725821">
                  <a:moveTo>
                    <a:pt x="0" y="0"/>
                  </a:moveTo>
                  <a:lnTo>
                    <a:pt x="1534063" y="0"/>
                  </a:lnTo>
                  <a:lnTo>
                    <a:pt x="1534063" y="1725821"/>
                  </a:lnTo>
                  <a:lnTo>
                    <a:pt x="0" y="1725821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5139704"/>
            <a:chOff x="0" y="0"/>
            <a:chExt cx="9182100" cy="6852938"/>
          </a:xfrm>
        </p:grpSpPr>
        <p:sp>
          <p:nvSpPr>
            <p:cNvPr id="3" name="TextBox 3"/>
            <p:cNvSpPr txBox="1"/>
            <p:nvPr/>
          </p:nvSpPr>
          <p:spPr>
            <a:xfrm>
              <a:off x="0" y="2378057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Completion Rate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43318"/>
              <a:ext cx="9182100" cy="3309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 significant </a:t>
              </a:r>
              <a:r>
                <a:rPr lang="en-US" sz="2400" b="1">
                  <a:solidFill>
                    <a:srgbClr val="334155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75% of participants</a:t>
              </a:r>
              <a:r>
                <a:rPr lang="en-US" sz="2400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reported successfully completing the interactive learning cycle. This reflects the effectiveness of iterative training methods that promote engagement and improve knowledge retention through continuous feedback and practice.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9182100" cy="1550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</a:pPr>
              <a:r>
                <a:rPr lang="en-US" sz="8000" b="1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75%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0"/>
            <a:ext cx="9144000" cy="10287000"/>
            <a:chOff x="0" y="0"/>
            <a:chExt cx="8128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914400"/>
            </a:xfrm>
            <a:custGeom>
              <a:avLst/>
              <a:gdLst/>
              <a:ahLst/>
              <a:cxnLst/>
              <a:rect l="l" t="t" r="r" b="b"/>
              <a:pathLst>
                <a:path w="812800" h="914400">
                  <a:moveTo>
                    <a:pt x="0" y="0"/>
                  </a:moveTo>
                  <a:lnTo>
                    <a:pt x="812800" y="0"/>
                  </a:lnTo>
                  <a:lnTo>
                    <a:pt x="81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7618041"/>
            <a:chOff x="0" y="0"/>
            <a:chExt cx="9182100" cy="10157388"/>
          </a:xfrm>
        </p:grpSpPr>
        <p:sp>
          <p:nvSpPr>
            <p:cNvPr id="5" name="TextBox 5"/>
            <p:cNvSpPr txBox="1"/>
            <p:nvPr/>
          </p:nvSpPr>
          <p:spPr>
            <a:xfrm>
              <a:off x="0" y="5029200"/>
              <a:ext cx="9167398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F8FAF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Understanding the iterative process of training and feedback for effective learning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96178"/>
              <a:ext cx="9182100" cy="2061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Phases: Learn, Practice, Assess, Feedback, Improve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Clear labeling with directional arrows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Space for brief descriptions of each phase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4602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Interactive Learning Cycle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2042" y="657225"/>
            <a:ext cx="12639675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b="1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Modules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3004" y="6813468"/>
            <a:ext cx="2562783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Introduced flexible training options online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2042" y="4610032"/>
            <a:ext cx="2566458" cy="1336667"/>
            <a:chOff x="0" y="0"/>
            <a:chExt cx="3421944" cy="1782223"/>
          </a:xfrm>
        </p:grpSpPr>
        <p:sp>
          <p:nvSpPr>
            <p:cNvPr id="5" name="TextBox 5"/>
            <p:cNvSpPr txBox="1"/>
            <p:nvPr/>
          </p:nvSpPr>
          <p:spPr>
            <a:xfrm>
              <a:off x="0" y="826548"/>
              <a:ext cx="3421944" cy="95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Launch of E-Learning Platform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421944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2021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673004" y="6403893"/>
            <a:ext cx="2562783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268618" y="6813468"/>
            <a:ext cx="2570787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Improved integration of new hires' training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268618" y="4248082"/>
            <a:ext cx="2568358" cy="1698617"/>
            <a:chOff x="0" y="0"/>
            <a:chExt cx="3424477" cy="226482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26548"/>
              <a:ext cx="3424477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Onboarding Program Enhancement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424477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2022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268618" y="6403893"/>
            <a:ext cx="2570787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7858125" y="6813468"/>
            <a:ext cx="2564266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Focused on skills improvement and feedback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867094" y="4248082"/>
            <a:ext cx="2561837" cy="1698617"/>
            <a:chOff x="0" y="0"/>
            <a:chExt cx="3415783" cy="226482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26548"/>
              <a:ext cx="3415783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Competency Development Workshops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3415783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2023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7858125" y="6403893"/>
            <a:ext cx="2564266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459050" y="6813468"/>
            <a:ext cx="2572288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Updated curriculum for better engagement methods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59988" y="6813468"/>
            <a:ext cx="2572288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Combined e-learning with in-person training sessions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459050" y="4610032"/>
            <a:ext cx="2569857" cy="1336667"/>
            <a:chOff x="0" y="0"/>
            <a:chExt cx="3426476" cy="1782223"/>
          </a:xfrm>
        </p:grpSpPr>
        <p:sp>
          <p:nvSpPr>
            <p:cNvPr id="21" name="TextBox 21"/>
            <p:cNvSpPr txBox="1"/>
            <p:nvPr/>
          </p:nvSpPr>
          <p:spPr>
            <a:xfrm>
              <a:off x="0" y="826548"/>
              <a:ext cx="3426476" cy="955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Instructor-Led Training Revamp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3426476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059025" y="4248082"/>
            <a:ext cx="2569857" cy="1698617"/>
            <a:chOff x="0" y="0"/>
            <a:chExt cx="3426476" cy="2264823"/>
          </a:xfrm>
        </p:grpSpPr>
        <p:sp>
          <p:nvSpPr>
            <p:cNvPr id="24" name="TextBox 24"/>
            <p:cNvSpPr txBox="1"/>
            <p:nvPr/>
          </p:nvSpPr>
          <p:spPr>
            <a:xfrm>
              <a:off x="0" y="826548"/>
              <a:ext cx="3426476" cy="1438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Hybrid Training Model Implementation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426476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2025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1459050" y="6403893"/>
            <a:ext cx="2572288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5059988" y="6403893"/>
            <a:ext cx="2572288" cy="0"/>
          </a:xfrm>
          <a:prstGeom prst="line">
            <a:avLst/>
          </a:prstGeom>
          <a:ln w="19050" cap="rnd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14744700" y="666750"/>
            <a:ext cx="2861515" cy="1430758"/>
            <a:chOff x="0" y="0"/>
            <a:chExt cx="3815353" cy="1907677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F2937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2937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-1794526"/>
            <a:ext cx="8324850" cy="13876052"/>
            <a:chOff x="0" y="0"/>
            <a:chExt cx="11099800" cy="18501402"/>
          </a:xfrm>
        </p:grpSpPr>
        <p:sp>
          <p:nvSpPr>
            <p:cNvPr id="3" name="Freeform 3"/>
            <p:cNvSpPr/>
            <p:nvPr/>
          </p:nvSpPr>
          <p:spPr>
            <a:xfrm>
              <a:off x="0" y="7401602"/>
              <a:ext cx="11099800" cy="11099800"/>
            </a:xfrm>
            <a:custGeom>
              <a:avLst/>
              <a:gdLst/>
              <a:ahLst/>
              <a:cxnLst/>
              <a:rect l="l" t="t" r="r" b="b"/>
              <a:pathLst>
                <a:path w="11099800" h="11099800">
                  <a:moveTo>
                    <a:pt x="0" y="0"/>
                  </a:moveTo>
                  <a:lnTo>
                    <a:pt x="11099800" y="0"/>
                  </a:lnTo>
                  <a:lnTo>
                    <a:pt x="11099800" y="11099800"/>
                  </a:lnTo>
                  <a:lnTo>
                    <a:pt x="0" y="1109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1099800" cy="11099800"/>
            </a:xfrm>
            <a:custGeom>
              <a:avLst/>
              <a:gdLst/>
              <a:ahLst/>
              <a:cxnLst/>
              <a:rect l="l" t="t" r="r" b="b"/>
              <a:pathLst>
                <a:path w="11099800" h="11099800">
                  <a:moveTo>
                    <a:pt x="0" y="0"/>
                  </a:moveTo>
                  <a:lnTo>
                    <a:pt x="11099800" y="0"/>
                  </a:lnTo>
                  <a:lnTo>
                    <a:pt x="11099800" y="11099800"/>
                  </a:lnTo>
                  <a:lnTo>
                    <a:pt x="0" y="1109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734675" y="2240280"/>
            <a:ext cx="54483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Specific tools and methods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34675" y="4716780"/>
            <a:ext cx="5448300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Shared outcomes and learner engagement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4675" y="7608543"/>
            <a:ext cx="544830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Positive impacts on skill development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666750"/>
            <a:ext cx="6886575" cy="4501434"/>
            <a:chOff x="0" y="0"/>
            <a:chExt cx="9182100" cy="6001912"/>
          </a:xfrm>
        </p:grpSpPr>
        <p:sp>
          <p:nvSpPr>
            <p:cNvPr id="9" name="TextBox 9"/>
            <p:cNvSpPr txBox="1"/>
            <p:nvPr/>
          </p:nvSpPr>
          <p:spPr>
            <a:xfrm>
              <a:off x="0" y="3251092"/>
              <a:ext cx="9182100" cy="2750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comparison highlights the distinct advantages of training features against the benefits they provide, aiding in informed decision-making when selecting training methods for diverse learning needs.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31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Features vs. Benefits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6789366"/>
            <a:chOff x="0" y="0"/>
            <a:chExt cx="9182100" cy="9052488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300"/>
              <a:ext cx="9167398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Effective strategies for utilizing modular templates in training sessions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49878"/>
              <a:ext cx="9182100" cy="3102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Recap the four template types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Customize elements for specific content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Combine templates for comprehensive training sessions</a:t>
              </a:r>
            </a:p>
            <a:p>
              <a:pPr marL="518160" lvl="1" indent="-259080" algn="l">
                <a:lnSpc>
                  <a:spcPts val="3120"/>
                </a:lnSpc>
                <a:buFont typeface="Arial"/>
                <a:buChar char="•"/>
              </a:pPr>
              <a:r>
                <a:rPr lang="en-US" sz="2400" u="none" strike="noStrike">
                  <a:solidFill>
                    <a:srgbClr val="F8FAF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Experiment with components for enhanced delivery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31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Maximizing Templates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934200"/>
            <a:ext cx="5448300" cy="829283"/>
            <a:chOff x="0" y="0"/>
            <a:chExt cx="7264400" cy="1105711"/>
          </a:xfrm>
        </p:grpSpPr>
        <p:sp>
          <p:nvSpPr>
            <p:cNvPr id="3" name="TextBox 3"/>
            <p:cNvSpPr txBox="1"/>
            <p:nvPr/>
          </p:nvSpPr>
          <p:spPr>
            <a:xfrm>
              <a:off x="0" y="606601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123-456-7890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Phone Number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53244" y="5143500"/>
            <a:ext cx="5429731" cy="829283"/>
            <a:chOff x="0" y="0"/>
            <a:chExt cx="7239641" cy="1105711"/>
          </a:xfrm>
        </p:grpSpPr>
        <p:sp>
          <p:nvSpPr>
            <p:cNvPr id="6" name="TextBox 6"/>
            <p:cNvSpPr txBox="1"/>
            <p:nvPr/>
          </p:nvSpPr>
          <p:spPr>
            <a:xfrm>
              <a:off x="0" y="606601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53244" y="8725508"/>
            <a:ext cx="5429731" cy="829283"/>
            <a:chOff x="0" y="0"/>
            <a:chExt cx="7239641" cy="1105711"/>
          </a:xfrm>
        </p:grpSpPr>
        <p:sp>
          <p:nvSpPr>
            <p:cNvPr id="9" name="TextBox 9"/>
            <p:cNvSpPr txBox="1"/>
            <p:nvPr/>
          </p:nvSpPr>
          <p:spPr>
            <a:xfrm>
              <a:off x="0" y="606601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>
                  <a:solidFill>
                    <a:srgbClr val="33415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reallygreatsite.com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2563EB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Website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-12700"/>
            <a:ext cx="9144000" cy="10299700"/>
            <a:chOff x="0" y="0"/>
            <a:chExt cx="786406" cy="8857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6406" cy="885799"/>
            </a:xfrm>
            <a:custGeom>
              <a:avLst/>
              <a:gdLst/>
              <a:ahLst/>
              <a:cxnLst/>
              <a:rect l="l" t="t" r="r" b="b"/>
              <a:pathLst>
                <a:path w="786406" h="885799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t="-157" b="-15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734675" y="666750"/>
            <a:ext cx="6886575" cy="2396802"/>
            <a:chOff x="0" y="0"/>
            <a:chExt cx="9182100" cy="319573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163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1E40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Contact 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887636"/>
              <a:ext cx="91821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2563E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Reach out for resources and feedback requests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1785" y="8189492"/>
            <a:ext cx="2861515" cy="1430758"/>
            <a:chOff x="0" y="0"/>
            <a:chExt cx="3815353" cy="190767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8FAFC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Custom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Poppins Bold</vt:lpstr>
      <vt:lpstr>Calibri</vt:lpstr>
      <vt:lpstr>Proxima Nova</vt:lpstr>
      <vt:lpstr>Proxima Nova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Training &amp; Development Template Overview</dc:title>
  <dc:creator>PADMANAVA</dc:creator>
  <dc:description>Presentation - Training &amp; Development Template Overview</dc:description>
  <cp:lastModifiedBy>mojumderpadmanava@gmail.com</cp:lastModifiedBy>
  <cp:revision>1</cp:revision>
  <dcterms:created xsi:type="dcterms:W3CDTF">2006-08-16T00:00:00Z</dcterms:created>
  <dcterms:modified xsi:type="dcterms:W3CDTF">2025-10-18T06:22:18Z</dcterms:modified>
  <dc:identifier>DAG14CXX7Mk</dc:identifier>
</cp:coreProperties>
</file>