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Fira Sans" panose="020F0502020204030204" pitchFamily="34" charset="0"/>
      <p:regular r:id="rId10"/>
    </p:embeddedFont>
    <p:embeddedFont>
      <p:font typeface="Fira Sans Bold" panose="020B0604020202020204" charset="0"/>
      <p:regular r:id="rId11"/>
    </p:embeddedFont>
    <p:embeddedFont>
      <p:font typeface="Fira Sans Light" panose="020F0502020204030204" pitchFamily="34" charset="0"/>
      <p:regular r:id="rId12"/>
    </p:embeddedFont>
    <p:embeddedFont>
      <p:font typeface="Helios Extende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9850" cy="10287000"/>
            <a:chOff x="0" y="0"/>
            <a:chExt cx="169082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825" cy="2709333"/>
            </a:xfrm>
            <a:custGeom>
              <a:avLst/>
              <a:gdLst/>
              <a:ahLst/>
              <a:cxnLst/>
              <a:rect l="l" t="t" r="r" b="b"/>
              <a:pathLst>
                <a:path w="1690825" h="2709333">
                  <a:moveTo>
                    <a:pt x="0" y="0"/>
                  </a:moveTo>
                  <a:lnTo>
                    <a:pt x="1690825" y="0"/>
                  </a:lnTo>
                  <a:lnTo>
                    <a:pt x="16908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9082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66200"/>
            <a:chOff x="0" y="0"/>
            <a:chExt cx="1614733" cy="2013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4733" cy="2013248"/>
            </a:xfrm>
            <a:custGeom>
              <a:avLst/>
              <a:gdLst/>
              <a:ahLst/>
              <a:cxnLst/>
              <a:rect l="l" t="t" r="r" b="b"/>
              <a:pathLst>
                <a:path w="1614733" h="2013248">
                  <a:moveTo>
                    <a:pt x="0" y="0"/>
                  </a:moveTo>
                  <a:lnTo>
                    <a:pt x="1614733" y="0"/>
                  </a:lnTo>
                  <a:lnTo>
                    <a:pt x="1614733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t="-128" b="-12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8097862" y="0"/>
            <a:ext cx="190138" cy="10287000"/>
            <a:chOff x="0" y="0"/>
            <a:chExt cx="50077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077" cy="2709333"/>
            </a:xfrm>
            <a:custGeom>
              <a:avLst/>
              <a:gdLst/>
              <a:ahLst/>
              <a:cxnLst/>
              <a:rect l="l" t="t" r="r" b="b"/>
              <a:pathLst>
                <a:path w="50077" h="2709333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6400" y="1562100"/>
            <a:ext cx="6886575" cy="4925060"/>
            <a:chOff x="0" y="0"/>
            <a:chExt cx="9182100" cy="656674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4365202"/>
              <a:ext cx="9182100" cy="220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This presentation introduces professional PowerPoint templates designed to enhance training and development sessions through flexible and modular infographic components.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9182100" cy="3689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60"/>
                </a:lnSpc>
              </a:pPr>
              <a:r>
                <a:rPr lang="en-US" sz="9600">
                  <a:solidFill>
                    <a:srgbClr val="4A90E2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Modular Templates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296400" y="8677275"/>
            <a:ext cx="688657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7AB8F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PRESENTED BY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172950" y="0"/>
            <a:ext cx="6115050" cy="10287000"/>
          </a:xfrm>
          <a:prstGeom prst="rect">
            <a:avLst/>
          </a:prstGeom>
          <a:solidFill>
            <a:srgbClr val="4A90E2"/>
          </a:solidFill>
        </p:spPr>
      </p:sp>
      <p:grpSp>
        <p:nvGrpSpPr>
          <p:cNvPr id="3" name="Group 3"/>
          <p:cNvGrpSpPr/>
          <p:nvPr/>
        </p:nvGrpSpPr>
        <p:grpSpPr>
          <a:xfrm>
            <a:off x="10734675" y="666750"/>
            <a:ext cx="6886575" cy="8966200"/>
            <a:chOff x="0" y="0"/>
            <a:chExt cx="1546294" cy="201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46294" cy="2013248"/>
            </a:xfrm>
            <a:custGeom>
              <a:avLst/>
              <a:gdLst/>
              <a:ahLst/>
              <a:cxnLst/>
              <a:rect l="l" t="t" r="r" b="b"/>
              <a:pathLst>
                <a:path w="1546294" h="2013248">
                  <a:moveTo>
                    <a:pt x="0" y="0"/>
                  </a:moveTo>
                  <a:lnTo>
                    <a:pt x="1546294" y="0"/>
                  </a:lnTo>
                  <a:lnTo>
                    <a:pt x="1546294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8324850" cy="5541645"/>
            <a:chOff x="0" y="0"/>
            <a:chExt cx="11099800" cy="7388859"/>
          </a:xfrm>
        </p:grpSpPr>
        <p:sp>
          <p:nvSpPr>
            <p:cNvPr id="6" name="TextBox 6"/>
            <p:cNvSpPr txBox="1"/>
            <p:nvPr/>
          </p:nvSpPr>
          <p:spPr>
            <a:xfrm>
              <a:off x="0" y="28575"/>
              <a:ext cx="11099800" cy="3078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4A90E2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Introduction to Templates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71875"/>
              <a:ext cx="11099800" cy="1050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D1D9E6"/>
                  </a:solidFill>
                  <a:latin typeface="Fira Sans"/>
                  <a:ea typeface="Fira Sans"/>
                  <a:cs typeface="Fira Sans"/>
                  <a:sym typeface="Fira Sans"/>
                </a:rPr>
                <a:t>Tailored PowerPoint Templates for Training and Development Needs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210175"/>
              <a:ext cx="9182100" cy="2178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2100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Our versatile templates provide the </a:t>
              </a:r>
              <a:r>
                <a:rPr lang="en-US" sz="2100" b="1">
                  <a:solidFill>
                    <a:srgbClr val="D1D9E6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flexibility and clarity</a:t>
              </a:r>
              <a:r>
                <a:rPr lang="en-US" sz="2100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needed to enhance professional training sessions, ensuring effective delivery of content that engages and informs learners effectively.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555702"/>
            <a:ext cx="18288000" cy="6731298"/>
            <a:chOff x="0" y="0"/>
            <a:chExt cx="4271580" cy="15722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1580" cy="1572248"/>
            </a:xfrm>
            <a:custGeom>
              <a:avLst/>
              <a:gdLst/>
              <a:ahLst/>
              <a:cxnLst/>
              <a:rect l="l" t="t" r="r" b="b"/>
              <a:pathLst>
                <a:path w="4271580" h="1572248">
                  <a:moveTo>
                    <a:pt x="0" y="0"/>
                  </a:moveTo>
                  <a:lnTo>
                    <a:pt x="4271580" y="0"/>
                  </a:lnTo>
                  <a:lnTo>
                    <a:pt x="4271580" y="1572248"/>
                  </a:lnTo>
                  <a:lnTo>
                    <a:pt x="0" y="1572248"/>
                  </a:lnTo>
                  <a:close/>
                </a:path>
              </a:pathLst>
            </a:custGeom>
            <a:solidFill>
              <a:srgbClr val="02111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1580" cy="1619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884207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419850" y="5874682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1D9E6"/>
            </a:solidFill>
          </p:spPr>
        </p:sp>
      </p:grpSp>
      <p:sp>
        <p:nvSpPr>
          <p:cNvPr id="9" name="AutoShape 9"/>
          <p:cNvSpPr/>
          <p:nvPr/>
        </p:nvSpPr>
        <p:spPr>
          <a:xfrm>
            <a:off x="990600" y="6046132"/>
            <a:ext cx="17955571" cy="0"/>
          </a:xfrm>
          <a:prstGeom prst="line">
            <a:avLst/>
          </a:prstGeom>
          <a:ln w="19050" cap="flat">
            <a:solidFill>
              <a:srgbClr val="D1D9E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3611225" y="5865157"/>
            <a:ext cx="323850" cy="32385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9067114" y="1028014"/>
            <a:ext cx="191872" cy="18326100"/>
            <a:chOff x="0" y="0"/>
            <a:chExt cx="50534" cy="48266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534" cy="4826627"/>
            </a:xfrm>
            <a:custGeom>
              <a:avLst/>
              <a:gdLst/>
              <a:ahLst/>
              <a:cxnLst/>
              <a:rect l="l" t="t" r="r" b="b"/>
              <a:pathLst>
                <a:path w="50534" h="4826627">
                  <a:moveTo>
                    <a:pt x="0" y="0"/>
                  </a:moveTo>
                  <a:lnTo>
                    <a:pt x="50534" y="0"/>
                  </a:lnTo>
                  <a:lnTo>
                    <a:pt x="50534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D1D9E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0534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4743450"/>
            <a:ext cx="287655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7AB8F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Year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750" y="6903382"/>
            <a:ext cx="401002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D1D9E6"/>
                </a:solidFill>
                <a:latin typeface="Fira Sans"/>
                <a:ea typeface="Fira Sans"/>
                <a:cs typeface="Fira Sans"/>
                <a:sym typeface="Fira Sans"/>
              </a:rPr>
              <a:t>Initial training phase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11225" y="4743450"/>
            <a:ext cx="336492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7AB8F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Year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11225" y="6873726"/>
            <a:ext cx="4010025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D1D9E6"/>
                </a:solidFill>
                <a:latin typeface="Fira Sans"/>
                <a:ea typeface="Fira Sans"/>
                <a:cs typeface="Fira Sans"/>
                <a:sym typeface="Fira Sans"/>
              </a:rPr>
              <a:t>Advanced application and mastery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9850" y="4743450"/>
            <a:ext cx="336492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7AB8F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Year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19850" y="6903382"/>
            <a:ext cx="401002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D1D9E6"/>
                </a:solidFill>
                <a:latin typeface="Fira Sans"/>
                <a:ea typeface="Fira Sans"/>
                <a:cs typeface="Fira Sans"/>
                <a:sym typeface="Fira Sans"/>
              </a:rPr>
              <a:t>Skill assessment and feedback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6750" y="695325"/>
            <a:ext cx="15516225" cy="118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4A90E2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Skill Development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5448300" cy="3581400"/>
            <a:chOff x="0" y="0"/>
            <a:chExt cx="1376725" cy="9049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6724" cy="904980"/>
            </a:xfrm>
            <a:custGeom>
              <a:avLst/>
              <a:gdLst/>
              <a:ahLst/>
              <a:cxnLst/>
              <a:rect l="l" t="t" r="r" b="b"/>
              <a:pathLst>
                <a:path w="1376724" h="904980">
                  <a:moveTo>
                    <a:pt x="0" y="0"/>
                  </a:moveTo>
                  <a:lnTo>
                    <a:pt x="1376724" y="0"/>
                  </a:lnTo>
                  <a:lnTo>
                    <a:pt x="1376724" y="904980"/>
                  </a:lnTo>
                  <a:lnTo>
                    <a:pt x="0" y="904980"/>
                  </a:lnTo>
                  <a:close/>
                </a:path>
              </a:pathLst>
            </a:custGeom>
            <a:blipFill>
              <a:blip r:embed="rId2"/>
              <a:stretch>
                <a:fillRect l="-83" r="-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6038850"/>
            <a:ext cx="5448300" cy="3581400"/>
            <a:chOff x="0" y="0"/>
            <a:chExt cx="1376725" cy="9049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6724" cy="904980"/>
            </a:xfrm>
            <a:custGeom>
              <a:avLst/>
              <a:gdLst/>
              <a:ahLst/>
              <a:cxnLst/>
              <a:rect l="l" t="t" r="r" b="b"/>
              <a:pathLst>
                <a:path w="1376724" h="904980">
                  <a:moveTo>
                    <a:pt x="0" y="0"/>
                  </a:moveTo>
                  <a:lnTo>
                    <a:pt x="1376724" y="0"/>
                  </a:lnTo>
                  <a:lnTo>
                    <a:pt x="1376724" y="904980"/>
                  </a:lnTo>
                  <a:lnTo>
                    <a:pt x="0" y="904980"/>
                  </a:lnTo>
                  <a:close/>
                </a:path>
              </a:pathLst>
            </a:custGeom>
            <a:blipFill>
              <a:blip r:embed="rId3"/>
              <a:stretch>
                <a:fillRect l="-83" r="-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6038850"/>
            <a:ext cx="5448300" cy="3581400"/>
            <a:chOff x="0" y="0"/>
            <a:chExt cx="1376725" cy="90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6724" cy="904980"/>
            </a:xfrm>
            <a:custGeom>
              <a:avLst/>
              <a:gdLst/>
              <a:ahLst/>
              <a:cxnLst/>
              <a:rect l="l" t="t" r="r" b="b"/>
              <a:pathLst>
                <a:path w="1376724" h="904980">
                  <a:moveTo>
                    <a:pt x="0" y="0"/>
                  </a:moveTo>
                  <a:lnTo>
                    <a:pt x="1376724" y="0"/>
                  </a:lnTo>
                  <a:lnTo>
                    <a:pt x="1376724" y="904980"/>
                  </a:lnTo>
                  <a:lnTo>
                    <a:pt x="0" y="904980"/>
                  </a:ln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12639675" cy="4585335"/>
            <a:chOff x="0" y="0"/>
            <a:chExt cx="16852900" cy="6113780"/>
          </a:xfrm>
        </p:grpSpPr>
        <p:sp>
          <p:nvSpPr>
            <p:cNvPr id="9" name="TextBox 9"/>
            <p:cNvSpPr txBox="1"/>
            <p:nvPr/>
          </p:nvSpPr>
          <p:spPr>
            <a:xfrm>
              <a:off x="0" y="4493895"/>
              <a:ext cx="16495752" cy="1619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2100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Skill Development Roadmap infographic presents a clear visual representation of </a:t>
              </a:r>
              <a:r>
                <a:rPr lang="en-US" sz="2100" b="1">
                  <a:solidFill>
                    <a:srgbClr val="D1D9E6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training modules</a:t>
              </a:r>
              <a:r>
                <a:rPr lang="en-US" sz="2100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and milestones, facilitating structured learning and progress tracking for effective onboarding and skill enhancement.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6852900" cy="3078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4A90E2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Skill Development Roadmap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343275"/>
              <a:ext cx="16852900" cy="530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AB8F5"/>
                  </a:solidFill>
                  <a:latin typeface="Fira Sans"/>
                  <a:ea typeface="Fira Sans"/>
                  <a:cs typeface="Fira Sans"/>
                  <a:sym typeface="Fira Sans"/>
                </a:rPr>
                <a:t>Visualizing Learning Paths for Effective Training Programs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8098225" y="0"/>
            <a:ext cx="189775" cy="10287000"/>
            <a:chOff x="0" y="0"/>
            <a:chExt cx="49982" cy="2709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1D9E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067114" y="1028014"/>
            <a:ext cx="191872" cy="18326100"/>
            <a:chOff x="0" y="0"/>
            <a:chExt cx="50534" cy="4826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4" cy="4826627"/>
            </a:xfrm>
            <a:custGeom>
              <a:avLst/>
              <a:gdLst/>
              <a:ahLst/>
              <a:cxnLst/>
              <a:rect l="l" t="t" r="r" b="b"/>
              <a:pathLst>
                <a:path w="50534" h="4826627">
                  <a:moveTo>
                    <a:pt x="0" y="0"/>
                  </a:moveTo>
                  <a:lnTo>
                    <a:pt x="50534" y="0"/>
                  </a:lnTo>
                  <a:lnTo>
                    <a:pt x="50534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534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0"/>
            <a:ext cx="10734675" cy="10287000"/>
          </a:xfrm>
          <a:prstGeom prst="rect">
            <a:avLst/>
          </a:prstGeom>
          <a:solidFill>
            <a:srgbClr val="02111F"/>
          </a:solidFill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97" y="335642"/>
            <a:ext cx="9816406" cy="821759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66750" y="8886825"/>
            <a:ext cx="9204437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18">
                <a:solidFill>
                  <a:srgbClr val="D1D9E6"/>
                </a:solidFill>
                <a:latin typeface="Fira Sans"/>
                <a:ea typeface="Fira Sans"/>
                <a:cs typeface="Fira Sans"/>
                <a:sym typeface="Fira Sans"/>
              </a:rPr>
              <a:t>Key performance indicators for training effectiveness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172950" y="1562100"/>
            <a:ext cx="5448300" cy="5901690"/>
            <a:chOff x="0" y="0"/>
            <a:chExt cx="7264400" cy="7868920"/>
          </a:xfrm>
        </p:grpSpPr>
        <p:sp>
          <p:nvSpPr>
            <p:cNvPr id="9" name="TextBox 9"/>
            <p:cNvSpPr txBox="1"/>
            <p:nvPr/>
          </p:nvSpPr>
          <p:spPr>
            <a:xfrm>
              <a:off x="0" y="19050"/>
              <a:ext cx="7264400" cy="3985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  <a:spcBef>
                  <a:spcPct val="0"/>
                </a:spcBef>
              </a:pPr>
              <a:r>
                <a:rPr lang="en-US" sz="7000" u="none" strike="noStrike">
                  <a:solidFill>
                    <a:srgbClr val="4A90E2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Training Metrics Dashboard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08525"/>
              <a:ext cx="7264400" cy="31603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50"/>
                </a:lnSpc>
                <a:spcBef>
                  <a:spcPct val="0"/>
                </a:spcBef>
              </a:pPr>
              <a:r>
                <a:rPr lang="en-US" sz="2100" spc="-42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Training Metrics Dashboard provides a structured overview of training performance, showcasing completion rates, assessment scores, and feedback ratings. This modular approach enables quick data visualization for informed decision-making.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5448300" cy="3581400"/>
            <a:chOff x="0" y="0"/>
            <a:chExt cx="1376725" cy="9049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6724" cy="904980"/>
            </a:xfrm>
            <a:custGeom>
              <a:avLst/>
              <a:gdLst/>
              <a:ahLst/>
              <a:cxnLst/>
              <a:rect l="l" t="t" r="r" b="b"/>
              <a:pathLst>
                <a:path w="1376724" h="904980">
                  <a:moveTo>
                    <a:pt x="0" y="0"/>
                  </a:moveTo>
                  <a:lnTo>
                    <a:pt x="1376724" y="0"/>
                  </a:lnTo>
                  <a:lnTo>
                    <a:pt x="1376724" y="904980"/>
                  </a:lnTo>
                  <a:lnTo>
                    <a:pt x="0" y="904980"/>
                  </a:lnTo>
                  <a:close/>
                </a:path>
              </a:pathLst>
            </a:custGeom>
            <a:blipFill>
              <a:blip r:embed="rId2"/>
              <a:stretch>
                <a:fillRect l="-83" r="-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6038850"/>
            <a:ext cx="5448300" cy="3581400"/>
            <a:chOff x="0" y="0"/>
            <a:chExt cx="1376725" cy="9049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6724" cy="904980"/>
            </a:xfrm>
            <a:custGeom>
              <a:avLst/>
              <a:gdLst/>
              <a:ahLst/>
              <a:cxnLst/>
              <a:rect l="l" t="t" r="r" b="b"/>
              <a:pathLst>
                <a:path w="1376724" h="904980">
                  <a:moveTo>
                    <a:pt x="0" y="0"/>
                  </a:moveTo>
                  <a:lnTo>
                    <a:pt x="1376724" y="0"/>
                  </a:lnTo>
                  <a:lnTo>
                    <a:pt x="1376724" y="904980"/>
                  </a:lnTo>
                  <a:lnTo>
                    <a:pt x="0" y="904980"/>
                  </a:lnTo>
                  <a:close/>
                </a:path>
              </a:pathLst>
            </a:custGeom>
            <a:blipFill>
              <a:blip r:embed="rId3"/>
              <a:stretch>
                <a:fillRect l="-83" r="-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6038850"/>
            <a:ext cx="5448300" cy="3581400"/>
            <a:chOff x="0" y="0"/>
            <a:chExt cx="1376725" cy="90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6724" cy="904980"/>
            </a:xfrm>
            <a:custGeom>
              <a:avLst/>
              <a:gdLst/>
              <a:ahLst/>
              <a:cxnLst/>
              <a:rect l="l" t="t" r="r" b="b"/>
              <a:pathLst>
                <a:path w="1376724" h="904980">
                  <a:moveTo>
                    <a:pt x="0" y="0"/>
                  </a:moveTo>
                  <a:lnTo>
                    <a:pt x="1376724" y="0"/>
                  </a:lnTo>
                  <a:lnTo>
                    <a:pt x="1376724" y="904980"/>
                  </a:lnTo>
                  <a:lnTo>
                    <a:pt x="0" y="904980"/>
                  </a:ln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12639675" cy="4585335"/>
            <a:chOff x="0" y="0"/>
            <a:chExt cx="16852900" cy="6113780"/>
          </a:xfrm>
        </p:grpSpPr>
        <p:sp>
          <p:nvSpPr>
            <p:cNvPr id="9" name="TextBox 9"/>
            <p:cNvSpPr txBox="1"/>
            <p:nvPr/>
          </p:nvSpPr>
          <p:spPr>
            <a:xfrm>
              <a:off x="0" y="4493895"/>
              <a:ext cx="16495752" cy="1619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2100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</a:t>
              </a:r>
              <a:r>
                <a:rPr lang="en-US" sz="2100" b="1">
                  <a:solidFill>
                    <a:srgbClr val="D1D9E6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Interactive Learning Cycle</a:t>
              </a:r>
              <a:r>
                <a:rPr lang="en-US" sz="2100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emphasizes continuous improvement through iterative training, fostering growth by integrating feedback and assessment into the learning experience for enhanced skill development.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6852900" cy="3078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4A90E2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Interactive Learning Cycle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343275"/>
              <a:ext cx="16852900" cy="530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D1D9E6"/>
                  </a:solidFill>
                  <a:latin typeface="Fira Sans"/>
                  <a:ea typeface="Fira Sans"/>
                  <a:cs typeface="Fira Sans"/>
                  <a:sym typeface="Fira Sans"/>
                </a:rPr>
                <a:t>Highlighting iterative training and feedback processes for success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8098225" y="0"/>
            <a:ext cx="189775" cy="10287000"/>
            <a:chOff x="0" y="0"/>
            <a:chExt cx="49982" cy="2709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1D9E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66750" y="2457450"/>
          <a:ext cx="16954500" cy="7170697"/>
        </p:xfrm>
        <a:graphic>
          <a:graphicData uri="http://schemas.openxmlformats.org/drawingml/2006/table">
            <a:tbl>
              <a:tblPr/>
              <a:tblGrid>
                <a:gridCol w="3604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6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6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6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90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4604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D1D9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Heading</a:t>
                      </a:r>
                      <a:endParaRPr lang="en-US" sz="1100"/>
                    </a:p>
                  </a:txBody>
                  <a:tcPr marL="172523" marR="172523" marT="172523" marB="172523" anchor="ctr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1A2634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Heading</a:t>
                      </a:r>
                      <a:endParaRPr lang="en-US" sz="1100"/>
                    </a:p>
                  </a:txBody>
                  <a:tcPr marL="172523" marR="172523" marT="172523" marB="172523" anchor="ctr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9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D1D9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Heading</a:t>
                      </a:r>
                      <a:endParaRPr lang="en-US" sz="1100"/>
                    </a:p>
                  </a:txBody>
                  <a:tcPr marL="172523" marR="172523" marT="172523" marB="172523" anchor="ctr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1A2634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Heading</a:t>
                      </a:r>
                      <a:endParaRPr lang="en-US" sz="1100"/>
                    </a:p>
                  </a:txBody>
                  <a:tcPr marL="172523" marR="172523" marT="172523" marB="172523" anchor="ctr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9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D1D9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Heading</a:t>
                      </a:r>
                      <a:endParaRPr lang="en-US" sz="1100"/>
                    </a:p>
                  </a:txBody>
                  <a:tcPr marL="172523" marR="172523" marT="172523" marB="172523" anchor="ctr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349"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4349"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4349"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4349"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4349"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34349"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defRPr/>
                      </a:pPr>
                      <a:endParaRPr lang="en-US" sz="1100"/>
                    </a:p>
                  </a:txBody>
                  <a:tcPr marL="172523" marR="172523" marT="172523" marB="172523">
                    <a:lnL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69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66750" y="695325"/>
            <a:ext cx="14077950" cy="1041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36"/>
              </a:lnSpc>
              <a:spcBef>
                <a:spcPct val="0"/>
              </a:spcBef>
            </a:pPr>
            <a:r>
              <a:rPr lang="en-US" sz="7033" u="none" strike="noStrike">
                <a:solidFill>
                  <a:srgbClr val="4A90E2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Training Options Comparison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9067114" y="1028014"/>
            <a:ext cx="191872" cy="18326100"/>
            <a:chOff x="0" y="0"/>
            <a:chExt cx="50534" cy="4826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534" cy="4826627"/>
            </a:xfrm>
            <a:custGeom>
              <a:avLst/>
              <a:gdLst/>
              <a:ahLst/>
              <a:cxnLst/>
              <a:rect l="l" t="t" r="r" b="b"/>
              <a:pathLst>
                <a:path w="50534" h="4826627">
                  <a:moveTo>
                    <a:pt x="0" y="0"/>
                  </a:moveTo>
                  <a:lnTo>
                    <a:pt x="50534" y="0"/>
                  </a:lnTo>
                  <a:lnTo>
                    <a:pt x="50534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0534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71525"/>
            <a:ext cx="8324850" cy="211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4A90E2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Contact Information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143500"/>
            <a:ext cx="5448300" cy="4399451"/>
            <a:chOff x="0" y="0"/>
            <a:chExt cx="7264400" cy="5865935"/>
          </a:xfrm>
        </p:grpSpPr>
        <p:sp>
          <p:nvSpPr>
            <p:cNvPr id="4" name="TextBox 4"/>
            <p:cNvSpPr txBox="1"/>
            <p:nvPr/>
          </p:nvSpPr>
          <p:spPr>
            <a:xfrm>
              <a:off x="0" y="3018986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reallygreatsite.com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21968"/>
              <a:ext cx="72644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7AB8F5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WEBSITE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39868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123-456-7890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2644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7AB8F5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PHONE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403719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D1D9E6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hello@reallygreatsite.com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706701"/>
              <a:ext cx="72644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7AB8F5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EMAIL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34675" y="666750"/>
            <a:ext cx="6886575" cy="8966200"/>
            <a:chOff x="0" y="0"/>
            <a:chExt cx="1546294" cy="20132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6294" cy="2013248"/>
            </a:xfrm>
            <a:custGeom>
              <a:avLst/>
              <a:gdLst/>
              <a:ahLst/>
              <a:cxnLst/>
              <a:rect l="l" t="t" r="r" b="b"/>
              <a:pathLst>
                <a:path w="1546294" h="2013248">
                  <a:moveTo>
                    <a:pt x="0" y="0"/>
                  </a:moveTo>
                  <a:lnTo>
                    <a:pt x="1546294" y="0"/>
                  </a:lnTo>
                  <a:lnTo>
                    <a:pt x="1546294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8096128" y="0"/>
            <a:ext cx="191872" cy="10287000"/>
            <a:chOff x="0" y="0"/>
            <a:chExt cx="50534" cy="2709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534" cy="2709333"/>
            </a:xfrm>
            <a:custGeom>
              <a:avLst/>
              <a:gdLst/>
              <a:ahLst/>
              <a:cxnLst/>
              <a:rect l="l" t="t" r="r" b="b"/>
              <a:pathLst>
                <a:path w="50534" h="2709333">
                  <a:moveTo>
                    <a:pt x="0" y="0"/>
                  </a:moveTo>
                  <a:lnTo>
                    <a:pt x="50534" y="0"/>
                  </a:lnTo>
                  <a:lnTo>
                    <a:pt x="505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1D9E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053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Custom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Fira Sans Light</vt:lpstr>
      <vt:lpstr>Calibri</vt:lpstr>
      <vt:lpstr>Helios Extended</vt:lpstr>
      <vt:lpstr>Fira Sans Bold</vt:lpstr>
      <vt:lpstr>Fira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Modular Templates</dc:title>
  <dc:creator>PADMANAVA</dc:creator>
  <dc:description>Presentation - Modular Templates</dc:description>
  <cp:lastModifiedBy>mojumderpadmanava@gmail.com</cp:lastModifiedBy>
  <cp:revision>1</cp:revision>
  <dcterms:created xsi:type="dcterms:W3CDTF">2006-08-16T00:00:00Z</dcterms:created>
  <dcterms:modified xsi:type="dcterms:W3CDTF">2025-10-18T06:24:35Z</dcterms:modified>
  <dc:identifier>DAG14DE9Nyo</dc:identifier>
</cp:coreProperties>
</file>