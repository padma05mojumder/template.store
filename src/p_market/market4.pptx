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yutro Sans Heavy" charset="1" panose="00000000000000000000"/>
      <p:regular r:id="rId19"/>
    </p:embeddedFont>
    <p:embeddedFont>
      <p:font typeface="Nyutro Sans" charset="1" panose="00000000000000000000"/>
      <p:regular r:id="rId20"/>
    </p:embeddedFont>
    <p:embeddedFont>
      <p:font typeface="Nyutro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1"/>
            </a:xfrm>
            <a:custGeom>
              <a:avLst/>
              <a:gdLst/>
              <a:ahLst/>
              <a:cxnLst/>
              <a:rect r="r" b="b" t="t" l="l"/>
              <a:pathLst>
                <a:path h="2782841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6725825"/>
            <a:chOff x="0" y="0"/>
            <a:chExt cx="13017500" cy="89677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813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000"/>
                </a:lnSpc>
              </a:pPr>
              <a:r>
                <a:rPr lang="en-US" b="true" sz="15000" spc="-150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Marketing and Sales Templates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234342"/>
              <a:ext cx="91821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[Your Name]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146638"/>
            <a:chOff x="0" y="0"/>
            <a:chExt cx="14935200" cy="68621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52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Marketing &amp; Sales Templates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48971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Professional Design Principles for Presentations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8100" y="4514800"/>
              <a:ext cx="110617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These templates offer </a:t>
              </a:r>
              <a:r>
                <a:rPr lang="en-US" b="true" sz="2499" strike="noStrike" u="none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versatility and polish</a:t>
              </a:r>
              <a:r>
                <a:rPr lang="en-US" sz="2499" strike="noStrike" u="none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ensuring a clean layout with digital style elements, customizable branding, and structural flexibility for effective marketing and sales communication.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838950"/>
            <a:ext cx="54483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Showcase marketing strategies effectively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98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Highlight campaign results visually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Engage audiences with vibrant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47825"/>
            <a:ext cx="14077950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5"/>
              </a:lnSpc>
            </a:pPr>
            <a:r>
              <a:rPr lang="en-US" b="true" sz="8550" spc="-85">
                <a:solidFill>
                  <a:srgbClr val="EEEEEE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Template 1: Modern Marketing Campaign Presentation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439246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9800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9107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5372100"/>
            <a:chOff x="0" y="0"/>
            <a:chExt cx="844084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5372100"/>
            <a:chOff x="0" y="0"/>
            <a:chExt cx="844084" cy="832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5372100"/>
            <a:chOff x="0" y="0"/>
            <a:chExt cx="844084" cy="832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t="0" r="-17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2819437"/>
            <a:chOff x="0" y="0"/>
            <a:chExt cx="14935200" cy="37592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Campaign Strategies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64466"/>
              <a:ext cx="149352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Highlighting goals, tactics, and data insights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5325" y="666750"/>
            <a:ext cx="6858000" cy="3384550"/>
            <a:chOff x="0" y="0"/>
            <a:chExt cx="9144000" cy="45127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91440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Case Study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33750"/>
              <a:ext cx="91440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Highlighting successful marketing campaign results and insights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Clean and professional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98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Engaging product features layout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Compelling problem-solution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38300"/>
            <a:ext cx="1407795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EEEEEE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Key Components of a Sales Pitch Deck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439246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9800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9107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5372100"/>
            <a:chOff x="0" y="0"/>
            <a:chExt cx="844084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5372100"/>
            <a:chOff x="0" y="0"/>
            <a:chExt cx="844084" cy="832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5372100"/>
            <a:chOff x="0" y="0"/>
            <a:chExt cx="844084" cy="832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t="0" r="-17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1790737"/>
            <a:chOff x="0" y="0"/>
            <a:chExt cx="14935200" cy="23876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148971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Sales Pitch Deck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92866"/>
              <a:ext cx="149352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Engaging visuals for client-facing presentations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Clean title slide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98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Highlight key performance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Visual traffic engagement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47825"/>
            <a:ext cx="14077950" cy="227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8"/>
              </a:lnSpc>
            </a:pPr>
            <a:r>
              <a:rPr lang="en-US" b="true" sz="8887" spc="-88">
                <a:solidFill>
                  <a:srgbClr val="EEEEEE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Template 3: Digital Marketing Performance Report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439246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9800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9107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5372100"/>
            <a:chOff x="0" y="0"/>
            <a:chExt cx="844084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5372100"/>
            <a:chOff x="0" y="0"/>
            <a:chExt cx="844084" cy="832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5372100"/>
            <a:chOff x="0" y="0"/>
            <a:chExt cx="844084" cy="832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t="0" r="-17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2819437"/>
            <a:chOff x="0" y="0"/>
            <a:chExt cx="14935200" cy="37592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Digital Marketing Insights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64466"/>
              <a:ext cx="149352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Visualizing campaign performance and key metrics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Engaging title slide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98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Clear agenda outlining topics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838950"/>
            <a:ext cx="5448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EEEEEE"/>
                </a:solidFill>
                <a:latin typeface="Nyutro Sans"/>
                <a:ea typeface="Nyutro Sans"/>
                <a:cs typeface="Nyutro Sans"/>
                <a:sym typeface="Nyutro Sans"/>
              </a:rPr>
              <a:t>Visual representation of sales process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38300"/>
            <a:ext cx="14077950" cy="20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0"/>
              </a:lnSpc>
            </a:pPr>
            <a:r>
              <a:rPr lang="en-US" b="true" sz="8156" spc="-81">
                <a:solidFill>
                  <a:srgbClr val="EEEEEE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Sales Team Enablement Presentation: Training Essentials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439246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9800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9107" y="51435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5372100"/>
            <a:chOff x="0" y="0"/>
            <a:chExt cx="844084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5372100"/>
            <a:chOff x="0" y="0"/>
            <a:chExt cx="844084" cy="832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5372100"/>
            <a:chOff x="0" y="0"/>
            <a:chExt cx="844084" cy="832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32279"/>
            </a:xfrm>
            <a:custGeom>
              <a:avLst/>
              <a:gdLst/>
              <a:ahLst/>
              <a:cxnLst/>
              <a:rect r="r" b="b" t="t" l="l"/>
              <a:pathLst>
                <a:path h="832279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t="0" r="-17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2819437"/>
            <a:chOff x="0" y="0"/>
            <a:chExt cx="14935200" cy="37592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EEEEE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Sales Training Strategies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64466"/>
              <a:ext cx="149352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Innovative techniques for effective sales enablement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119666"/>
            <a:chOff x="0" y="0"/>
            <a:chExt cx="11099800" cy="1082622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98550"/>
              <a:ext cx="11099800" cy="9727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4"/>
                </a:lnSpc>
              </a:pP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To maximize the impact of your marketing and sales templates, consider the following strategies:</a:t>
              </a:r>
            </a:p>
            <a:p>
              <a:pPr algn="l" marL="529629" indent="-264815" lvl="1">
                <a:lnSpc>
                  <a:spcPts val="3434"/>
                </a:lnSpc>
                <a:buFont typeface="Arial"/>
                <a:buChar char="•"/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Adapt colors and fonts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 align with your brand identity, ensuring a consistent look and feel.</a:t>
              </a:r>
            </a:p>
            <a:p>
              <a:pPr algn="l" marL="529629" indent="-264815" lvl="1">
                <a:lnSpc>
                  <a:spcPts val="3434"/>
                </a:lnSpc>
                <a:buFont typeface="Arial"/>
                <a:buChar char="•"/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Customize images and icons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 resonate with your audience, reinforcing your message visually.</a:t>
              </a:r>
            </a:p>
            <a:p>
              <a:pPr algn="l" marL="529629" indent="-264815" lvl="1">
                <a:lnSpc>
                  <a:spcPts val="3434"/>
                </a:lnSpc>
                <a:buFont typeface="Arial"/>
                <a:buChar char="•"/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Maintain a balanced slide count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; aim for clarity by limiting slides to essential content, enhancing engagement.</a:t>
              </a:r>
            </a:p>
            <a:p>
              <a:pPr algn="l" marL="529629" indent="-264815" lvl="1">
                <a:lnSpc>
                  <a:spcPts val="3434"/>
                </a:lnSpc>
                <a:buFont typeface="Arial"/>
                <a:buChar char="•"/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Incorporate multimedia elements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like videos or interactive charts to enrich presentations and capture attention.</a:t>
              </a:r>
            </a:p>
            <a:p>
              <a:pPr algn="l" marL="529629" indent="-264815" lvl="1">
                <a:lnSpc>
                  <a:spcPts val="3434"/>
                </a:lnSpc>
                <a:buFont typeface="Arial"/>
                <a:buChar char="•"/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Focus on consistency and clarity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throughout your slides, using clean layouts and whitespace to guide viewers' focus.</a:t>
              </a:r>
            </a:p>
            <a:p>
              <a:pPr algn="l" marL="0" indent="0" lvl="0">
                <a:lnSpc>
                  <a:spcPts val="3434"/>
                </a:lnSpc>
              </a:pPr>
              <a:r>
                <a:rPr lang="en-US" b="true" sz="2453">
                  <a:solidFill>
                    <a:srgbClr val="EEEEE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Closing slides</a:t>
              </a:r>
              <a:r>
                <a:rPr lang="en-US" sz="2453">
                  <a:solidFill>
                    <a:srgbClr val="EEEEE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should encourage interaction; consider including a "Thank You", "Contact Information", or prompts for questions to foster engagement post-presentation.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23825"/>
              <a:ext cx="110998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00ADB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Tips for Enhancing Presentation Effectiveness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829550"/>
            <a:ext cx="4010025" cy="904575"/>
            <a:chOff x="0" y="0"/>
            <a:chExt cx="5346700" cy="1206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E4E9C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hello@reallygreatsite.com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4E4E9C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1575" y="7829550"/>
            <a:ext cx="4010025" cy="904575"/>
            <a:chOff x="0" y="0"/>
            <a:chExt cx="5346700" cy="1206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E4E9C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4E4E9C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7829550"/>
            <a:ext cx="4010025" cy="904575"/>
            <a:chOff x="0" y="0"/>
            <a:chExt cx="5346700" cy="1206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4E4E9C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123-456-7890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4E4E9C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Phone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EEEEEE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You! Stay Connected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Marketing and Sales Templates</dc:description>
  <dc:identifier>DAG13snYp_4</dc:identifier>
  <dcterms:modified xsi:type="dcterms:W3CDTF">2011-08-01T06:04:30Z</dcterms:modified>
  <cp:revision>1</cp:revision>
  <dc:title>Presentation - Marketing and Sales Templates</dc:title>
</cp:coreProperties>
</file>