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K Grotesk" panose="020B0604020202020204" charset="0"/>
      <p:regular r:id="rId12"/>
    </p:embeddedFont>
    <p:embeddedFont>
      <p:font typeface="HK Grotesk Bold" panose="020B0604020202020204" charset="0"/>
      <p:regular r:id="rId13"/>
    </p:embeddedFont>
    <p:embeddedFont>
      <p:font typeface="HK Grotesk Semi-Bold" panose="020B0604020202020204" charset="0"/>
      <p:regular r:id="rId14"/>
    </p:embeddedFont>
    <p:embeddedFont>
      <p:font typeface="Noto Serif Display ExtraCondensed Light" panose="020B06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66750" y="1638300"/>
            <a:ext cx="6886575" cy="50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</a:pPr>
            <a:r>
              <a:rPr lang="en-US" sz="3899" b="1" u="none">
                <a:solidFill>
                  <a:srgbClr val="F0F4F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Portfolio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66750" y="4469130"/>
            <a:ext cx="6886575" cy="5093970"/>
            <a:chOff x="0" y="0"/>
            <a:chExt cx="9182100" cy="6791960"/>
          </a:xfrm>
        </p:grpSpPr>
        <p:sp>
          <p:nvSpPr>
            <p:cNvPr id="6" name="TextBox 6"/>
            <p:cNvSpPr txBox="1"/>
            <p:nvPr/>
          </p:nvSpPr>
          <p:spPr>
            <a:xfrm>
              <a:off x="0" y="6233160"/>
              <a:ext cx="91821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 [Presenter Name Here]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66700"/>
              <a:ext cx="9182100" cy="5097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400"/>
                </a:lnSpc>
              </a:pPr>
              <a:r>
                <a:rPr lang="en-US" sz="14400" spc="-288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Digital Showcase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3333750"/>
            <a:chOff x="0" y="0"/>
            <a:chExt cx="5346700" cy="44450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Definition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350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72"/>
                </a:lnSpc>
                <a:spcBef>
                  <a:spcPct val="0"/>
                </a:spcBef>
              </a:pPr>
              <a:r>
                <a:rPr lang="en-US" sz="231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digital portfolio is an </a:t>
              </a:r>
              <a:r>
                <a:rPr lang="en-US" sz="231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online collection</a:t>
              </a:r>
              <a:r>
                <a:rPr lang="en-US" sz="231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of work samples showcasing skills and achievements, vital for enhancing professional visibility and establishing credibility in today’s job market.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619750"/>
            <a:ext cx="4010025" cy="3362325"/>
            <a:chOff x="0" y="0"/>
            <a:chExt cx="5346700" cy="4483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Accessibility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731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72"/>
                </a:lnSpc>
                <a:spcBef>
                  <a:spcPct val="0"/>
                </a:spcBef>
              </a:pPr>
              <a:r>
                <a:rPr lang="en-US" sz="231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Digital portfolios provide </a:t>
              </a:r>
              <a:r>
                <a:rPr lang="en-US" sz="231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instant access</a:t>
              </a:r>
              <a:r>
                <a:rPr lang="en-US" sz="231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your work from anywhere, enabling potential employers or clients to view your achievements effortlessly and ensuring a wider audience engagement.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619750"/>
            <a:ext cx="4010025" cy="3333750"/>
            <a:chOff x="0" y="0"/>
            <a:chExt cx="5346700" cy="44450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Personal Branding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350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72"/>
                </a:lnSpc>
                <a:spcBef>
                  <a:spcPct val="0"/>
                </a:spcBef>
              </a:pPr>
              <a:r>
                <a:rPr lang="en-US" sz="231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By curating your online presence, a digital portfolio reflects your </a:t>
              </a:r>
              <a:r>
                <a:rPr lang="en-US" sz="231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unique professional identity</a:t>
              </a:r>
              <a:r>
                <a:rPr lang="en-US" sz="231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allowing you to highlight strengths and showcase personality, setting you apart from competitors.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Introduction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the digital portfolio landscape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6886575" cy="493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Essential Components of Digital Portfolios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0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5" y="1562100"/>
            <a:ext cx="4010025" cy="1619672"/>
            <a:chOff x="0" y="0"/>
            <a:chExt cx="5346700" cy="21595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strong first impression with photo and summary.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Personal Introduction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4049741"/>
            <a:ext cx="4010025" cy="1618693"/>
            <a:chOff x="0" y="0"/>
            <a:chExt cx="5346700" cy="215825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7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Displaying impactful projects to engage and impress.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Showcase of 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6559904"/>
            <a:ext cx="4010025" cy="1981200"/>
            <a:chOff x="0" y="0"/>
            <a:chExt cx="5346700" cy="26416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Clear listing of abilities with endorsements or certifications.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Skills and Expertise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6886575" cy="6158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Essential Components: Testimonials and Optional Sections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0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5" y="1562100"/>
            <a:ext cx="4010025" cy="1619672"/>
            <a:chOff x="0" y="0"/>
            <a:chExt cx="5346700" cy="21595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Client feedback enhances credibility and builds trust.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Testimonials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4049741"/>
            <a:ext cx="4010025" cy="1980643"/>
            <a:chOff x="0" y="0"/>
            <a:chExt cx="5346700" cy="264085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7"/>
              <a:ext cx="53467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Sharing insights can demonstrate expertise and thought leadership.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Blog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6559904"/>
            <a:ext cx="4010025" cy="1981200"/>
            <a:chOff x="0" y="0"/>
            <a:chExt cx="5346700" cy="26416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Showcasing accomplishments can enhance professional reputation.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Awards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6886575" cy="493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Essential Components of Your Digital Portfolio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0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5" y="1562100"/>
            <a:ext cx="4010025" cy="1953047"/>
            <a:chOff x="0" y="0"/>
            <a:chExt cx="5346700" cy="26040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Ensure your contact details are </a:t>
              </a:r>
              <a:r>
                <a:rPr lang="en-US" sz="237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clearly visible</a:t>
              </a: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outreach.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Contact Information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4049741"/>
            <a:ext cx="4010025" cy="1952068"/>
            <a:chOff x="0" y="0"/>
            <a:chExt cx="5346700" cy="260275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7"/>
              <a:ext cx="53467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Encourage viewers to </a:t>
              </a:r>
              <a:r>
                <a:rPr lang="en-US" sz="237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take the first step</a:t>
              </a: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towards your success.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Call to Action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6559904"/>
            <a:ext cx="4010025" cy="1600200"/>
            <a:chOff x="0" y="0"/>
            <a:chExt cx="5346700" cy="21336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93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Highlight the </a:t>
              </a:r>
              <a:r>
                <a:rPr lang="en-US" sz="237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importance of taking action today</a:t>
              </a: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Next Steps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6886575" cy="493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Design Principles for Digital Portfolios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0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5" y="1562100"/>
            <a:ext cx="4010025" cy="1619672"/>
            <a:chOff x="0" y="0"/>
            <a:chExt cx="5346700" cy="21595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Creates a unified look across all portfolio elements.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Consistent Branding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4049741"/>
            <a:ext cx="4010025" cy="1618693"/>
            <a:chOff x="0" y="0"/>
            <a:chExt cx="5346700" cy="215825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7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Ensures quick access to essential portfolio sections.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Intuitive Navigation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6559904"/>
            <a:ext cx="4010025" cy="1619250"/>
            <a:chOff x="0" y="0"/>
            <a:chExt cx="5346700" cy="21590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Adjusts seamlessly to enhance viewing on any device.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Mobile Responsiveness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2457450"/>
            <a:ext cx="9763125" cy="1618405"/>
            <a:chOff x="0" y="0"/>
            <a:chExt cx="13017500" cy="2157874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Effective Multimedia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192674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Integrating videos and images enhances engagement and showcases work dynamically without overwhelming the viewer's experience.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58125" y="5143078"/>
            <a:ext cx="9763125" cy="1618828"/>
            <a:chOff x="0" y="0"/>
            <a:chExt cx="13017500" cy="2158437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130175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Accessibility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93237"/>
              <a:ext cx="130175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Ensuring designs are accessible allows diverse audiences to navigate and enjoy your portfolio effortlessly and inclusively.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1743920"/>
            <a:ext cx="5448300" cy="4939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Design Principles for Digital Portfolios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920"/>
            <a:ext cx="6886575" cy="372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Digital Portfolio Template Examples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1562945"/>
            <a:ext cx="4010025" cy="2168447"/>
            <a:chOff x="0" y="0"/>
            <a:chExt cx="6212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335949"/>
            </a:xfrm>
            <a:custGeom>
              <a:avLst/>
              <a:gdLst/>
              <a:ahLst/>
              <a:cxnLst/>
              <a:rect l="l" t="t" r="r" b="b"/>
              <a:pathLst>
                <a:path w="621258" h="335949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r="-42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296400" y="4049741"/>
            <a:ext cx="4010025" cy="2191815"/>
            <a:chOff x="0" y="0"/>
            <a:chExt cx="621258" cy="3395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1258" cy="339569"/>
            </a:xfrm>
            <a:custGeom>
              <a:avLst/>
              <a:gdLst/>
              <a:ahLst/>
              <a:cxnLst/>
              <a:rect l="l" t="t" r="r" b="b"/>
              <a:pathLst>
                <a:path w="621258" h="339569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r="-37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296400" y="6559904"/>
            <a:ext cx="4010025" cy="2164996"/>
            <a:chOff x="0" y="0"/>
            <a:chExt cx="621258" cy="3354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1258" cy="335415"/>
            </a:xfrm>
            <a:custGeom>
              <a:avLst/>
              <a:gdLst/>
              <a:ahLst/>
              <a:cxnLst/>
              <a:rect l="l" t="t" r="r" b="b"/>
              <a:pathLst>
                <a:path w="621258" h="335415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r="-33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611225" y="1562100"/>
            <a:ext cx="4010025" cy="1953047"/>
            <a:chOff x="0" y="0"/>
            <a:chExt cx="5346700" cy="26040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94363"/>
              <a:ext cx="53467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Emphasizes clarity and </a:t>
              </a:r>
              <a:r>
                <a:rPr lang="en-US" sz="237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professional appearance</a:t>
              </a: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corporate settings.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Minimalist Template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11225" y="4049741"/>
            <a:ext cx="4010025" cy="1952068"/>
            <a:chOff x="0" y="0"/>
            <a:chExt cx="5346700" cy="260275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1193057"/>
              <a:ext cx="53467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Offers rich visuals and </a:t>
              </a:r>
              <a:r>
                <a:rPr lang="en-US" sz="237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interactive features</a:t>
              </a: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creative fields.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Creative Template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6559904"/>
            <a:ext cx="4010025" cy="1952625"/>
            <a:chOff x="0" y="0"/>
            <a:chExt cx="5346700" cy="260350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1193800"/>
              <a:ext cx="53467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</a:pP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Highlights projects and </a:t>
              </a:r>
              <a:r>
                <a:rPr lang="en-US" sz="2370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technical skills</a:t>
              </a:r>
              <a:r>
                <a:rPr lang="en-US" sz="237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specialized audiences.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Technical Template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619750"/>
            <a:ext cx="4010025" cy="2990850"/>
            <a:chOff x="0" y="0"/>
            <a:chExt cx="5346700" cy="3987800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Clear Structure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235075"/>
              <a:ext cx="5346700" cy="2752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4"/>
                </a:lnSpc>
                <a:spcBef>
                  <a:spcPct val="0"/>
                </a:spcBef>
              </a:pPr>
              <a:r>
                <a:rPr lang="en-US" sz="2295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well-designed digital portfolio provides </a:t>
              </a:r>
              <a:r>
                <a:rPr lang="en-US" sz="2295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clarity and focus</a:t>
              </a:r>
              <a:r>
                <a:rPr lang="en-US" sz="2295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helping potential clients and employers easily navigate and understand your professional journey and key qualifications.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619750"/>
            <a:ext cx="4010025" cy="3362325"/>
            <a:chOff x="0" y="0"/>
            <a:chExt cx="5346700" cy="4483100"/>
          </a:xfrm>
        </p:grpSpPr>
        <p:sp>
          <p:nvSpPr>
            <p:cNvPr id="6" name="TextBox 6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Design Best Practices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731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4"/>
                </a:lnSpc>
                <a:spcBef>
                  <a:spcPct val="0"/>
                </a:spcBef>
              </a:pPr>
              <a:r>
                <a:rPr lang="en-US" sz="2295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Following design principles ensures that your portfolio is not only visually appealing but also </a:t>
              </a:r>
              <a:r>
                <a:rPr lang="en-US" sz="2295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user-friendly</a:t>
              </a:r>
              <a:r>
                <a:rPr lang="en-US" sz="2295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creating an engaging experience that highlights your skills and expertise effectively.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5619750"/>
            <a:ext cx="4010025" cy="3333750"/>
            <a:chOff x="0" y="0"/>
            <a:chExt cx="5346700" cy="4445000"/>
          </a:xfrm>
        </p:grpSpPr>
        <p:sp>
          <p:nvSpPr>
            <p:cNvPr id="9" name="TextBox 9"/>
            <p:cNvSpPr txBox="1"/>
            <p:nvPr/>
          </p:nvSpPr>
          <p:spPr>
            <a:xfrm>
              <a:off x="0" y="0"/>
              <a:ext cx="53467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Take Action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235075"/>
              <a:ext cx="5346700" cy="320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4"/>
                </a:lnSpc>
                <a:spcBef>
                  <a:spcPct val="0"/>
                </a:spcBef>
              </a:pPr>
              <a:r>
                <a:rPr lang="en-US" sz="2295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Start crafting your digital portfolio today to </a:t>
              </a:r>
              <a:r>
                <a:rPr lang="en-US" sz="2295" b="1" u="none" strike="noStrike">
                  <a:solidFill>
                    <a:srgbClr val="F0F4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stand out professionally</a:t>
              </a:r>
              <a:r>
                <a:rPr lang="en-US" sz="2295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. Regular updates and tailored content will keep your portfolio relevant and aligned with your personal brand and career goals.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562100"/>
            <a:ext cx="16954500" cy="2209800"/>
            <a:chOff x="0" y="0"/>
            <a:chExt cx="22606000" cy="29464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0975"/>
              <a:ext cx="226060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Conclusion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87600"/>
              <a:ext cx="22606000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799" b="1" u="none" strike="noStrike">
                  <a:solidFill>
                    <a:srgbClr val="F0F4F8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Importance of a Well-Structured Portfolio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1562945"/>
            <a:ext cx="5448300" cy="2513755"/>
            <a:chOff x="0" y="0"/>
            <a:chExt cx="7264400" cy="3351674"/>
          </a:xfrm>
        </p:grpSpPr>
        <p:sp>
          <p:nvSpPr>
            <p:cNvPr id="5" name="TextBox 5"/>
            <p:cNvSpPr txBox="1"/>
            <p:nvPr/>
          </p:nvSpPr>
          <p:spPr>
            <a:xfrm>
              <a:off x="0" y="180975"/>
              <a:ext cx="7264400" cy="1769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0"/>
                </a:lnSpc>
              </a:pPr>
              <a:r>
                <a:rPr lang="en-US" sz="9600" spc="-192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Get in Touch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86474"/>
              <a:ext cx="7264400" cy="965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Start your journey to an outstanding digital portfolio today!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7639050"/>
            <a:ext cx="5448300" cy="1085850"/>
            <a:chOff x="0" y="0"/>
            <a:chExt cx="7264400" cy="1447800"/>
          </a:xfrm>
        </p:grpSpPr>
        <p:sp>
          <p:nvSpPr>
            <p:cNvPr id="8" name="TextBox 8"/>
            <p:cNvSpPr txBox="1"/>
            <p:nvPr/>
          </p:nvSpPr>
          <p:spPr>
            <a:xfrm>
              <a:off x="0" y="0"/>
              <a:ext cx="72644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 u="none" strike="noStrik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Phone: 123-456-7890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82600"/>
              <a:ext cx="72644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Email: hello@reallygreatsite.com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65200"/>
              <a:ext cx="72644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</a:pPr>
              <a:r>
                <a:rPr lang="en-US" sz="2400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Website: reallygreatsite.com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Custom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HK Grotesk Bold</vt:lpstr>
      <vt:lpstr>Calibri</vt:lpstr>
      <vt:lpstr>HK Grotesk</vt:lpstr>
      <vt:lpstr>Noto Serif Display ExtraCondensed Light</vt:lpstr>
      <vt:lpstr>HK Grotesk Semi-Bold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Digital Showcase</dc:title>
  <dc:creator>PADMANAVA</dc:creator>
  <dc:description>Presentation - Digital Showcase</dc:description>
  <cp:lastModifiedBy>mojumderpadmanava@gmail.com</cp:lastModifiedBy>
  <cp:revision>1</cp:revision>
  <dcterms:created xsi:type="dcterms:W3CDTF">2006-08-16T00:00:00Z</dcterms:created>
  <dcterms:modified xsi:type="dcterms:W3CDTF">2025-10-18T05:38:15Z</dcterms:modified>
  <dc:identifier>DAG136xcuJ0</dc:identifier>
</cp:coreProperties>
</file>