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Raleway" panose="020F0502020204030204" pitchFamily="2" charset="0"/>
      <p:regular r:id="rId17"/>
    </p:embeddedFont>
    <p:embeddedFont>
      <p:font typeface="Ralew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8324850" cy="4933991"/>
            <a:chOff x="0" y="0"/>
            <a:chExt cx="11099800" cy="6578654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1099800" cy="5661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800"/>
                </a:lnSpc>
              </a:pPr>
              <a:r>
                <a:rPr lang="en-US" sz="108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Minimalist PowerPoint Templates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2379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Presented by [Your Name Here]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96400" y="9261475"/>
            <a:ext cx="688657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October 15, 2025, 10:00 AM, Auditorium 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6750" y="666750"/>
            <a:ext cx="7191375" cy="8953500"/>
            <a:chOff x="0" y="0"/>
            <a:chExt cx="1036915" cy="12909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296400" y="666750"/>
            <a:ext cx="5489342" cy="445682"/>
            <a:chOff x="0" y="0"/>
            <a:chExt cx="7319123" cy="594243"/>
          </a:xfrm>
        </p:grpSpPr>
        <p:sp>
          <p:nvSpPr>
            <p:cNvPr id="9" name="TextBox 9"/>
            <p:cNvSpPr txBox="1"/>
            <p:nvPr/>
          </p:nvSpPr>
          <p:spPr>
            <a:xfrm>
              <a:off x="956381" y="104226"/>
              <a:ext cx="6362742" cy="490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0"/>
                </a:lnSpc>
              </a:pPr>
              <a:r>
                <a:rPr lang="en-US" sz="25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Educational Solutions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94243" cy="594243"/>
            </a:xfrm>
            <a:custGeom>
              <a:avLst/>
              <a:gdLst/>
              <a:ahLst/>
              <a:cxnLst/>
              <a:rect l="l" t="t" r="r" b="b"/>
              <a:pathLst>
                <a:path w="594243" h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1512" y="666750"/>
            <a:ext cx="13208441" cy="2247900"/>
            <a:chOff x="0" y="0"/>
            <a:chExt cx="17611255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Introduction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An overview of minimalist PowerPoint templates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Design Principles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68188"/>
            <a:ext cx="5448300" cy="1868170"/>
            <a:chOff x="0" y="0"/>
            <a:chExt cx="7264400" cy="2490893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Simplicity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5675"/>
              <a:ext cx="72644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Embrace minimalism to enhance comprehension and audience engagement.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09787" y="4268188"/>
            <a:ext cx="5448300" cy="1488687"/>
            <a:chOff x="0" y="0"/>
            <a:chExt cx="7264400" cy="1984916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Clarity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70398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Strive for clear visuals that convey messages without distraction.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376901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66750" y="6945736"/>
            <a:ext cx="5448300" cy="1477645"/>
            <a:chOff x="0" y="0"/>
            <a:chExt cx="7264400" cy="197019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Focus on Content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5675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Prioritize essential information to facilitate effective learning experiences.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09787" y="6934694"/>
            <a:ext cx="5448300" cy="1488687"/>
            <a:chOff x="0" y="0"/>
            <a:chExt cx="7264400" cy="1984916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Adaptability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70398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Ensure templates can be customized for various educational contexts.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1512" y="666750"/>
            <a:ext cx="13208441" cy="2247900"/>
            <a:chOff x="0" y="0"/>
            <a:chExt cx="17611255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Lecture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Structure for Introducing Topic and Agenda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4725589"/>
            <a:chOff x="0" y="0"/>
            <a:chExt cx="12967107" cy="63007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Lecture Title Slide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4509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Template for Effective Presentations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2448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Clear, legible fonts for readability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Ample white space for focus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Consistent color palette recommended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Use thematic images for engagement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666750"/>
            <a:ext cx="9763125" cy="2324032"/>
            <a:chOff x="0" y="0"/>
            <a:chExt cx="13017500" cy="309871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30175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Agenda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422435"/>
              <a:ext cx="130175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Key points for today's lecture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72554" y="5480982"/>
            <a:ext cx="3995596" cy="2319979"/>
            <a:chOff x="0" y="0"/>
            <a:chExt cx="5327461" cy="3093306"/>
          </a:xfrm>
        </p:grpSpPr>
        <p:sp>
          <p:nvSpPr>
            <p:cNvPr id="6" name="TextBox 6"/>
            <p:cNvSpPr txBox="1"/>
            <p:nvPr/>
          </p:nvSpPr>
          <p:spPr>
            <a:xfrm>
              <a:off x="0" y="19050"/>
              <a:ext cx="5327461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Lecture Structure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37388"/>
              <a:ext cx="5327461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Introduction to topic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Main concepts overview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Supporting evidence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Conclusion and discussion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72950" y="5480982"/>
            <a:ext cx="4010025" cy="2739079"/>
            <a:chOff x="0" y="0"/>
            <a:chExt cx="5346700" cy="365210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9050"/>
              <a:ext cx="53467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Engagement Strategies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596188"/>
              <a:ext cx="5346700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Encourage questions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Group discussions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Interactive activities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Feedback opportunities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1512" y="666750"/>
            <a:ext cx="13208441" cy="2247900"/>
            <a:chOff x="0" y="0"/>
            <a:chExt cx="17611255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Lesson Content Layout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Clear structure for presenting lesson materials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5982889"/>
            <a:chOff x="0" y="0"/>
            <a:chExt cx="12967107" cy="79771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Introducing Lesson Topics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273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Engaging Students with Material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9212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Clearly defined lesson objectives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Overview of key concepts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Interactive discussion prompts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Visual aids to enhance understanding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5982889"/>
            <a:chOff x="0" y="0"/>
            <a:chExt cx="12967107" cy="79771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Key Design Principles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273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Essential Elements for Effective Templates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9212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Simplicity</a:t>
              </a: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 enhances audience engagement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Clarity</a:t>
              </a: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 improves comprehension and retention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Focus</a:t>
              </a: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 directs attention to content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Consistency</a:t>
              </a: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 maintains a professional appearance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296400" y="666750"/>
            <a:ext cx="8307599" cy="6267450"/>
            <a:chOff x="0" y="0"/>
            <a:chExt cx="1114646" cy="8409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4646" cy="840916"/>
            </a:xfrm>
            <a:custGeom>
              <a:avLst/>
              <a:gdLst/>
              <a:ahLst/>
              <a:cxnLst/>
              <a:rect l="l" t="t" r="r" b="b"/>
              <a:pathLst>
                <a:path w="1114646" h="840916">
                  <a:moveTo>
                    <a:pt x="0" y="0"/>
                  </a:moveTo>
                  <a:lnTo>
                    <a:pt x="1114646" y="0"/>
                  </a:lnTo>
                  <a:lnTo>
                    <a:pt x="1114646" y="840916"/>
                  </a:lnTo>
                  <a:lnTo>
                    <a:pt x="0" y="840916"/>
                  </a:lnTo>
                  <a:close/>
                </a:path>
              </a:pathLst>
            </a:custGeom>
            <a:blipFill>
              <a:blip r:embed="rId4"/>
              <a:stretch>
                <a:fillRect l="-44" r="-4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71513" y="742950"/>
            <a:ext cx="6881812" cy="506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u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Introduction to Minimalist Design Principles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20" y="7359963"/>
            <a:ext cx="8307559" cy="974412"/>
            <a:chOff x="0" y="0"/>
            <a:chExt cx="11076745" cy="1299216"/>
          </a:xfrm>
        </p:grpSpPr>
        <p:sp>
          <p:nvSpPr>
            <p:cNvPr id="8" name="TextBox 8"/>
            <p:cNvSpPr txBox="1"/>
            <p:nvPr/>
          </p:nvSpPr>
          <p:spPr>
            <a:xfrm>
              <a:off x="0" y="19050"/>
              <a:ext cx="11076745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Design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05398"/>
              <a:ext cx="11076745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Emphasizes </a:t>
              </a:r>
              <a:r>
                <a:rPr lang="en-US" sz="22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clarity and simplicity</a:t>
              </a: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 in education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1512" y="666750"/>
            <a:ext cx="13208441" cy="2247900"/>
            <a:chOff x="0" y="0"/>
            <a:chExt cx="17611255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Interactive Discussion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Engaging students through thoughtful questions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5982889"/>
            <a:chOff x="0" y="0"/>
            <a:chExt cx="12967107" cy="79771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Engaging Student Participation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273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Strategies to Foster Discussions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9212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Pose open-ended questions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Encourage peer interactions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Utilize think-pair-share activities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Incorporate technology tools for feedback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5982889"/>
            <a:chOff x="0" y="0"/>
            <a:chExt cx="12967107" cy="79771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Group Activity Reflections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273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Encouraging Collaborative Learning Experiences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9212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Share insights with peers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Discuss diverse perspectives openly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Reflect on personal learning outcomes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Contribute to group conclusions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1512" y="666750"/>
            <a:ext cx="13208441" cy="2247900"/>
            <a:chOff x="0" y="0"/>
            <a:chExt cx="17611255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Summary &amp; Assignments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Key takeaways and student tasks outlined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38300"/>
            <a:ext cx="7191375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u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Thank You for Your Attention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9296400" y="3360089"/>
            <a:ext cx="8324850" cy="0"/>
          </a:xfrm>
          <a:prstGeom prst="line">
            <a:avLst/>
          </a:prstGeom>
          <a:ln w="19050" cap="rnd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9296400" y="6036614"/>
            <a:ext cx="8324850" cy="6369"/>
          </a:xfrm>
          <a:prstGeom prst="line">
            <a:avLst/>
          </a:prstGeom>
          <a:ln w="19050" cap="rnd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9296400" y="1585582"/>
            <a:ext cx="8324850" cy="871855"/>
            <a:chOff x="0" y="0"/>
            <a:chExt cx="11099800" cy="1162473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Email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6198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hello@reallygreatsite.com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69409"/>
            <a:ext cx="8324850" cy="874077"/>
            <a:chOff x="0" y="0"/>
            <a:chExt cx="11099800" cy="1165437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Social Media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89162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@reallygreatsite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45948"/>
            <a:ext cx="8324850" cy="883582"/>
            <a:chOff x="0" y="0"/>
            <a:chExt cx="11099800" cy="117811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Phone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01835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555555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123-456-7890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9174568"/>
            <a:ext cx="5484580" cy="445682"/>
            <a:chOff x="0" y="0"/>
            <a:chExt cx="7312773" cy="594243"/>
          </a:xfrm>
        </p:grpSpPr>
        <p:sp>
          <p:nvSpPr>
            <p:cNvPr id="15" name="TextBox 15"/>
            <p:cNvSpPr txBox="1"/>
            <p:nvPr/>
          </p:nvSpPr>
          <p:spPr>
            <a:xfrm>
              <a:off x="950031" y="56880"/>
              <a:ext cx="6362742" cy="490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0"/>
                </a:lnSpc>
              </a:pPr>
              <a:r>
                <a:rPr lang="en-US" sz="25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Minimalist PowerPoint Co.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94243" cy="594243"/>
            </a:xfrm>
            <a:custGeom>
              <a:avLst/>
              <a:gdLst/>
              <a:ahLst/>
              <a:cxnLst/>
              <a:rect l="l" t="t" r="r" b="b"/>
              <a:pathLst>
                <a:path w="594243" h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Custom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Raleway Bold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Minimalist PowerPoint Templates</dc:title>
  <dc:creator>PADMANAVA</dc:creator>
  <dc:description>Presentation - Minimalist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2025-10-18T05:33:19Z</dcterms:modified>
  <dc:identifier>DAG13-rDIOw</dc:identifier>
</cp:coreProperties>
</file>