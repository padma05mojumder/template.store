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Telegraf" panose="020B0604020202020204" charset="0"/>
      <p:regular r:id="rId17"/>
    </p:embeddedFont>
    <p:embeddedFont>
      <p:font typeface="Telegraf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4781550"/>
            <a:chOff x="0" y="0"/>
            <a:chExt cx="11099800" cy="6375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520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Minimalist PowerPoint Templates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Introduction to Presentations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8724900"/>
            <a:ext cx="832485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>
                <a:solidFill>
                  <a:srgbClr val="A6C8FF"/>
                </a:solidFill>
                <a:latin typeface="Telegraf"/>
                <a:ea typeface="Telegraf"/>
                <a:cs typeface="Telegraf"/>
                <a:sym typeface="Telegraf"/>
              </a:rPr>
              <a:t>Presented by [Presenter's Name] on 2025-10-15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3360326"/>
            <a:chOff x="0" y="0"/>
            <a:chExt cx="11099800" cy="4480435"/>
          </a:xfrm>
        </p:grpSpPr>
        <p:sp>
          <p:nvSpPr>
            <p:cNvPr id="8" name="TextBox 8"/>
            <p:cNvSpPr txBox="1"/>
            <p:nvPr/>
          </p:nvSpPr>
          <p:spPr>
            <a:xfrm>
              <a:off x="0" y="3062269"/>
              <a:ext cx="11099800" cy="1418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Minimalist design principles prioritize </a:t>
              </a:r>
              <a:r>
                <a:rPr lang="en-US" sz="2000" b="1" spc="-2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simplicity</a:t>
              </a: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, ensuring that content stands out and is easily digestible, fostering clarity and enhancing audience engagement without distractions from unnecessary elements.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669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Emphasizing clarity and focus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Design Principles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SIMPLICITY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275" y="4114193"/>
            <a:ext cx="6861700" cy="1461751"/>
            <a:chOff x="0" y="0"/>
            <a:chExt cx="9148933" cy="1949002"/>
          </a:xfrm>
        </p:grpSpPr>
        <p:sp>
          <p:nvSpPr>
            <p:cNvPr id="3" name="TextBox 3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A clean layout gives a </a:t>
              </a:r>
              <a:r>
                <a:rPr lang="en-US" sz="2000" b="1" spc="-2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professional appearance</a:t>
              </a: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 to lectures and lessons.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Professionalism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1275" y="1428143"/>
            <a:ext cx="6861700" cy="1461751"/>
            <a:chOff x="0" y="0"/>
            <a:chExt cx="9148933" cy="1949002"/>
          </a:xfrm>
        </p:grpSpPr>
        <p:sp>
          <p:nvSpPr>
            <p:cNvPr id="6" name="TextBox 6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Minimalist design promotes </a:t>
              </a:r>
              <a:r>
                <a:rPr lang="en-US" sz="2000" b="1" spc="-2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faster understanding</a:t>
              </a: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 of core concepts presented.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Comprehension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4222" y="6800243"/>
            <a:ext cx="6858753" cy="1480123"/>
            <a:chOff x="0" y="0"/>
            <a:chExt cx="9145004" cy="197349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14500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Focus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25231"/>
              <a:ext cx="9145004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Reduced distractions help maintain </a:t>
              </a:r>
              <a:r>
                <a:rPr lang="en-US" sz="2000" b="1" spc="-2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better audience engagement</a:t>
              </a: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 during presentations.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657337"/>
            <a:ext cx="6886575" cy="204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Benefits of Minimalist Style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NOTES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Introducing key topics and agenda for the lecture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Lecture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448300" cy="2489163"/>
            <a:chOff x="0" y="0"/>
            <a:chExt cx="7264400" cy="3318884"/>
          </a:xfrm>
        </p:grpSpPr>
        <p:sp>
          <p:nvSpPr>
            <p:cNvPr id="3" name="TextBox 3"/>
            <p:cNvSpPr txBox="1"/>
            <p:nvPr/>
          </p:nvSpPr>
          <p:spPr>
            <a:xfrm>
              <a:off x="0" y="2131434"/>
              <a:ext cx="72644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Essential Elements for Lecture Presentations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Title Slide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666750"/>
            <a:ext cx="5448300" cy="805815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666750"/>
            <a:ext cx="5448300" cy="8058150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Agenda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Points for Today’s Lecture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IMPORTANT DETAILS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Engaging students with clear and direct lesson material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Lesson Content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STRUCTURE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Lesson Topics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Chapters for Today's Discussion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Design Principles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Understanding Minimalist Template Usage in Classrooms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IMPORTANT CONSIDERATIONS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19850" y="666750"/>
            <a:ext cx="5448300" cy="8058150"/>
            <a:chOff x="0" y="0"/>
            <a:chExt cx="643859" cy="952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72950" y="666750"/>
            <a:ext cx="5448300" cy="8058150"/>
            <a:chOff x="0" y="0"/>
            <a:chExt cx="643859" cy="9522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5448300" cy="5354189"/>
            <a:chOff x="0" y="0"/>
            <a:chExt cx="7264400" cy="71389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4780953"/>
              <a:ext cx="7264400" cy="23579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5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Adopting a minimalist approach enhances </a:t>
              </a:r>
              <a:r>
                <a:rPr lang="en-US" sz="2000" b="1" spc="-5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clarity and focus</a:t>
              </a:r>
              <a:r>
                <a:rPr lang="en-US" sz="2000" spc="-5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, allowing students to absorb material effectively, facilitating better retention and engagement during lectures and lessons with streamlined visuals.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426834"/>
              <a:ext cx="72644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Principles for Effective Educational Presentations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Minimalist Design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DESIGN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666750"/>
            <a:ext cx="8629650" cy="8058150"/>
            <a:chOff x="0" y="0"/>
            <a:chExt cx="101981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9819" cy="952281"/>
            </a:xfrm>
            <a:custGeom>
              <a:avLst/>
              <a:gdLst/>
              <a:ahLst/>
              <a:cxnLst/>
              <a:rect l="l" t="t" r="r" b="b"/>
              <a:pathLst>
                <a:path w="1019819" h="952281">
                  <a:moveTo>
                    <a:pt x="65491" y="0"/>
                  </a:moveTo>
                  <a:lnTo>
                    <a:pt x="954329" y="0"/>
                  </a:lnTo>
                  <a:cubicBezTo>
                    <a:pt x="971698" y="0"/>
                    <a:pt x="988355" y="6900"/>
                    <a:pt x="1000637" y="19182"/>
                  </a:cubicBezTo>
                  <a:cubicBezTo>
                    <a:pt x="1012919" y="31464"/>
                    <a:pt x="1019819" y="48121"/>
                    <a:pt x="1019819" y="65491"/>
                  </a:cubicBezTo>
                  <a:lnTo>
                    <a:pt x="1019819" y="886791"/>
                  </a:lnTo>
                  <a:cubicBezTo>
                    <a:pt x="1019819" y="904160"/>
                    <a:pt x="1012919" y="920818"/>
                    <a:pt x="1000637" y="933100"/>
                  </a:cubicBezTo>
                  <a:cubicBezTo>
                    <a:pt x="988355" y="945382"/>
                    <a:pt x="971698" y="952281"/>
                    <a:pt x="954329" y="952281"/>
                  </a:cubicBezTo>
                  <a:lnTo>
                    <a:pt x="65491" y="952281"/>
                  </a:lnTo>
                  <a:cubicBezTo>
                    <a:pt x="48121" y="952281"/>
                    <a:pt x="31464" y="945382"/>
                    <a:pt x="19182" y="933100"/>
                  </a:cubicBezTo>
                  <a:cubicBezTo>
                    <a:pt x="6900" y="920818"/>
                    <a:pt x="0" y="904160"/>
                    <a:pt x="0" y="886791"/>
                  </a:cubicBezTo>
                  <a:lnTo>
                    <a:pt x="0" y="65491"/>
                  </a:lnTo>
                  <a:cubicBezTo>
                    <a:pt x="0" y="48121"/>
                    <a:pt x="6900" y="31464"/>
                    <a:pt x="19182" y="19182"/>
                  </a:cubicBezTo>
                  <a:cubicBezTo>
                    <a:pt x="31464" y="6900"/>
                    <a:pt x="48121" y="0"/>
                    <a:pt x="65491" y="0"/>
                  </a:cubicBezTo>
                  <a:close/>
                </a:path>
              </a:pathLst>
            </a:custGeom>
            <a:blipFill>
              <a:blip r:embed="rId2"/>
              <a:stretch>
                <a:fillRect l="-135" r="-13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647700"/>
            <a:ext cx="688657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u="none" strike="noStrike" spc="-30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Emphasizing minimalist design principles</a:t>
            </a:r>
          </a:p>
        </p:txBody>
      </p: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DESIGN PRINCIPLES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1498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This section encourages </a:t>
              </a:r>
              <a:r>
                <a:rPr lang="en-US" sz="2000" b="1" u="none" strike="noStrike" spc="-2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student participation and engagement</a:t>
              </a:r>
              <a:r>
                <a:rPr lang="en-US" sz="2000" u="none" strike="noStrike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Interactive Discussion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571680"/>
            <a:ext cx="2571750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</a:t>
            </a:r>
          </a:p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DISCUSSION POINTS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Discussion Prompt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Engage students with thought-provoking questions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POINTS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Group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Engage students with interactive discussions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71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2EF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66750" y="9571680"/>
            <a:ext cx="2571750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PREPARE MATERIALS IN ADVANCE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6C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758673" cy="1215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8673" cy="1215678"/>
            </a:xfrm>
            <a:custGeom>
              <a:avLst/>
              <a:gdLst/>
              <a:ahLst/>
              <a:cxnLst/>
              <a:rect l="l" t="t" r="r" b="b"/>
              <a:pathLst>
                <a:path w="758673" h="1215678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8324850" cy="2603538"/>
            <a:chOff x="0" y="0"/>
            <a:chExt cx="11099800" cy="3471383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Contact Information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42733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For Further Inquiries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858125" y="4246590"/>
            <a:ext cx="5753100" cy="898469"/>
            <a:chOff x="0" y="0"/>
            <a:chExt cx="7670800" cy="1197959"/>
          </a:xfrm>
        </p:grpSpPr>
        <p:sp>
          <p:nvSpPr>
            <p:cNvPr id="8" name="TextBox 8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Phone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19592"/>
              <a:ext cx="76708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123-456-7890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8125" y="6032294"/>
            <a:ext cx="5753100" cy="901906"/>
            <a:chOff x="0" y="0"/>
            <a:chExt cx="7670800" cy="120254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24175"/>
              <a:ext cx="76708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hello@reallygreatsite.com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58125" y="7829550"/>
            <a:ext cx="5753100" cy="867604"/>
            <a:chOff x="0" y="0"/>
            <a:chExt cx="7670800" cy="115680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04775"/>
              <a:ext cx="7670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>
                  <a:solidFill>
                    <a:srgbClr val="A6C8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Website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78438"/>
              <a:ext cx="76708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20">
                  <a:solidFill>
                    <a:srgbClr val="A6C8FF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Custom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Telegraf Bold</vt:lpstr>
      <vt:lpstr>Calibri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Minimalist PowerPoint Templates</dc:title>
  <dc:creator>PADMANAVA</dc:creator>
  <dc:description>Presentation - Minimalist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2025-10-18T05:28:45Z</dcterms:modified>
  <dc:identifier>DAG131q2OJM</dc:identifier>
</cp:coreProperties>
</file>