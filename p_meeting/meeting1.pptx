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Poppins Bold" panose="020B0604020202020204" charset="0"/>
      <p:regular r:id="rId6"/>
    </p:embeddedFont>
    <p:embeddedFont>
      <p:font typeface="Proxima Nova" panose="020B0604020202020204" charset="0"/>
      <p:regular r:id="rId7"/>
    </p:embeddedFont>
    <p:embeddedFont>
      <p:font typeface="Proxima Nova Bold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12700"/>
            <a:ext cx="9144000" cy="10299700"/>
            <a:chOff x="0" y="0"/>
            <a:chExt cx="786406" cy="885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6406" cy="885799"/>
            </a:xfrm>
            <a:custGeom>
              <a:avLst/>
              <a:gdLst/>
              <a:ahLst/>
              <a:cxnLst/>
              <a:rect l="l" t="t" r="r" b="b"/>
              <a:pathLst>
                <a:path w="786406" h="885799">
                  <a:moveTo>
                    <a:pt x="0" y="0"/>
                  </a:moveTo>
                  <a:lnTo>
                    <a:pt x="786406" y="0"/>
                  </a:lnTo>
                  <a:lnTo>
                    <a:pt x="786406" y="885799"/>
                  </a:lnTo>
                  <a:lnTo>
                    <a:pt x="0" y="885799"/>
                  </a:lnTo>
                  <a:close/>
                </a:path>
              </a:pathLst>
            </a:custGeom>
            <a:blipFill>
              <a:blip r:embed="rId2"/>
              <a:stretch>
                <a:fillRect t="-157" b="-15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81785" y="666750"/>
            <a:ext cx="6886575" cy="6002177"/>
            <a:chOff x="0" y="0"/>
            <a:chExt cx="9182100" cy="8002902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9182100" cy="60885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b="1">
                  <a:solidFill>
                    <a:srgbClr val="E0E0E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Modular PowerPoint Template Design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6615427"/>
              <a:ext cx="9182100" cy="1387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E0E0E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Professional Solutions for Corporate Meetings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81785" y="9250680"/>
            <a:ext cx="6871540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rPr>
              <a:t>Presented by [Your Name Here]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759735" y="666750"/>
            <a:ext cx="2861515" cy="1430758"/>
            <a:chOff x="0" y="0"/>
            <a:chExt cx="3815353" cy="1907677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907677" cy="1907677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A1A1A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9525"/>
                <a:ext cx="812800" cy="803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7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907677" y="0"/>
              <a:ext cx="1907677" cy="1907677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A1A1A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7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1028700"/>
            <a:ext cx="5753100" cy="1829314"/>
            <a:chOff x="0" y="0"/>
            <a:chExt cx="7670800" cy="2439086"/>
          </a:xfrm>
        </p:grpSpPr>
        <p:sp>
          <p:nvSpPr>
            <p:cNvPr id="3" name="TextBox 3"/>
            <p:cNvSpPr txBox="1"/>
            <p:nvPr/>
          </p:nvSpPr>
          <p:spPr>
            <a:xfrm>
              <a:off x="0" y="1880286"/>
              <a:ext cx="76708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</a:pPr>
              <a:r>
                <a:rPr lang="en-US" sz="2799" b="1">
                  <a:solidFill>
                    <a:srgbClr val="E0E0E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Quarterly Revenue Increase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7670800" cy="1630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800"/>
                </a:lnSpc>
              </a:pPr>
              <a:r>
                <a:rPr lang="en-US" sz="8000" b="1">
                  <a:solidFill>
                    <a:srgbClr val="E0E0E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25%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34675" y="4056062"/>
            <a:ext cx="5753100" cy="1909672"/>
            <a:chOff x="0" y="0"/>
            <a:chExt cx="7670800" cy="2546229"/>
          </a:xfrm>
        </p:grpSpPr>
        <p:sp>
          <p:nvSpPr>
            <p:cNvPr id="6" name="TextBox 6"/>
            <p:cNvSpPr txBox="1"/>
            <p:nvPr/>
          </p:nvSpPr>
          <p:spPr>
            <a:xfrm>
              <a:off x="0" y="1985285"/>
              <a:ext cx="7670800" cy="560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 strike="noStrike">
                  <a:solidFill>
                    <a:srgbClr val="E0E0E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Active Customers This Quarter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7670800" cy="1630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800"/>
                </a:lnSpc>
                <a:spcBef>
                  <a:spcPct val="0"/>
                </a:spcBef>
              </a:pPr>
              <a:r>
                <a:rPr lang="en-US" sz="8000" b="1" u="none" strike="noStrike">
                  <a:solidFill>
                    <a:srgbClr val="E0E0E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1,500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734675" y="7383160"/>
            <a:ext cx="5753100" cy="1875140"/>
            <a:chOff x="0" y="0"/>
            <a:chExt cx="7670800" cy="2500186"/>
          </a:xfrm>
        </p:grpSpPr>
        <p:sp>
          <p:nvSpPr>
            <p:cNvPr id="9" name="TextBox 9"/>
            <p:cNvSpPr txBox="1"/>
            <p:nvPr/>
          </p:nvSpPr>
          <p:spPr>
            <a:xfrm>
              <a:off x="0" y="1939242"/>
              <a:ext cx="7670800" cy="560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 strike="noStrike">
                  <a:solidFill>
                    <a:srgbClr val="E0E0E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Project Milestone Completed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7670800" cy="1630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800"/>
                </a:lnSpc>
                <a:spcBef>
                  <a:spcPct val="0"/>
                </a:spcBef>
              </a:pPr>
              <a:r>
                <a:rPr lang="en-US" sz="8000" b="1" u="none" strike="noStrike">
                  <a:solidFill>
                    <a:srgbClr val="E0E0E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80%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0"/>
            <a:ext cx="9144000" cy="10287000"/>
            <a:chOff x="0" y="0"/>
            <a:chExt cx="1534063" cy="172582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34063" cy="1725821"/>
            </a:xfrm>
            <a:custGeom>
              <a:avLst/>
              <a:gdLst/>
              <a:ahLst/>
              <a:cxnLst/>
              <a:rect l="l" t="t" r="r" b="b"/>
              <a:pathLst>
                <a:path w="1534063" h="1725821">
                  <a:moveTo>
                    <a:pt x="0" y="0"/>
                  </a:moveTo>
                  <a:lnTo>
                    <a:pt x="1534063" y="0"/>
                  </a:lnTo>
                  <a:lnTo>
                    <a:pt x="1534063" y="1725821"/>
                  </a:lnTo>
                  <a:lnTo>
                    <a:pt x="0" y="1725821"/>
                  </a:lnTo>
                  <a:close/>
                </a:path>
              </a:pathLst>
            </a:custGeom>
            <a:blipFill>
              <a:blip r:embed="rId2"/>
              <a:stretch>
                <a:fillRect t="-219" b="-219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0"/>
            <a:ext cx="9144000" cy="10287000"/>
            <a:chOff x="0" y="0"/>
            <a:chExt cx="1457995" cy="16402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7995" cy="1640244"/>
            </a:xfrm>
            <a:custGeom>
              <a:avLst/>
              <a:gdLst/>
              <a:ahLst/>
              <a:cxnLst/>
              <a:rect l="l" t="t" r="r" b="b"/>
              <a:pathLst>
                <a:path w="1457995" h="1640244">
                  <a:moveTo>
                    <a:pt x="0" y="0"/>
                  </a:moveTo>
                  <a:lnTo>
                    <a:pt x="1457995" y="0"/>
                  </a:lnTo>
                  <a:lnTo>
                    <a:pt x="1457995" y="1640244"/>
                  </a:lnTo>
                  <a:lnTo>
                    <a:pt x="0" y="1640244"/>
                  </a:lnTo>
                  <a:close/>
                </a:path>
              </a:pathLst>
            </a:custGeom>
            <a:blipFill>
              <a:blip r:embed="rId2"/>
              <a:stretch>
                <a:fillRect t="-219" b="-21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72042" y="666750"/>
            <a:ext cx="6886575" cy="6398841"/>
            <a:chOff x="0" y="0"/>
            <a:chExt cx="9182100" cy="8531788"/>
          </a:xfrm>
        </p:grpSpPr>
        <p:sp>
          <p:nvSpPr>
            <p:cNvPr id="5" name="TextBox 5"/>
            <p:cNvSpPr txBox="1"/>
            <p:nvPr/>
          </p:nvSpPr>
          <p:spPr>
            <a:xfrm>
              <a:off x="0" y="3543300"/>
              <a:ext cx="9167398" cy="1308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b="1">
                  <a:solidFill>
                    <a:srgbClr val="E0E0E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Streamlining workflows for enhanced productivity and clarity in presentations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5949878"/>
              <a:ext cx="9182100" cy="2581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8160" lvl="1" indent="-259080" algn="l">
                <a:lnSpc>
                  <a:spcPts val="3120"/>
                </a:lnSpc>
                <a:buFont typeface="Arial"/>
                <a:buChar char="•"/>
              </a:pPr>
              <a:r>
                <a:rPr lang="en-US" sz="2400" u="none" strike="noStrike">
                  <a:solidFill>
                    <a:srgbClr val="CCCCC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Step-by-step workflows</a:t>
              </a:r>
            </a:p>
            <a:p>
              <a:pPr marL="518160" lvl="1" indent="-259080" algn="l">
                <a:lnSpc>
                  <a:spcPts val="3120"/>
                </a:lnSpc>
                <a:buFont typeface="Arial"/>
                <a:buChar char="•"/>
              </a:pPr>
              <a:r>
                <a:rPr lang="en-US" sz="2400" u="none" strike="noStrike">
                  <a:solidFill>
                    <a:srgbClr val="CCCCC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Decision trees for clear paths</a:t>
              </a:r>
            </a:p>
            <a:p>
              <a:pPr marL="518160" lvl="1" indent="-259080" algn="l">
                <a:lnSpc>
                  <a:spcPts val="3120"/>
                </a:lnSpc>
                <a:buFont typeface="Arial"/>
                <a:buChar char="•"/>
              </a:pPr>
              <a:r>
                <a:rPr lang="en-US" sz="2400" u="none" strike="noStrike">
                  <a:solidFill>
                    <a:srgbClr val="CCCCC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Iconography to convey relationships</a:t>
              </a:r>
            </a:p>
            <a:p>
              <a:pPr marL="518160" lvl="1" indent="-259080" algn="l">
                <a:lnSpc>
                  <a:spcPts val="3120"/>
                </a:lnSpc>
                <a:buFont typeface="Arial"/>
                <a:buChar char="•"/>
              </a:pPr>
              <a:r>
                <a:rPr lang="en-US" sz="2400" u="none" strike="noStrike">
                  <a:solidFill>
                    <a:srgbClr val="CCCCC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Numbered lists for organization</a:t>
              </a:r>
            </a:p>
            <a:p>
              <a:pPr marL="518160" lvl="1" indent="-259080" algn="l">
                <a:lnSpc>
                  <a:spcPts val="3120"/>
                </a:lnSpc>
                <a:buFont typeface="Arial"/>
                <a:buChar char="•"/>
              </a:pPr>
              <a:r>
                <a:rPr lang="en-US" sz="2400" u="none" strike="noStrike">
                  <a:solidFill>
                    <a:srgbClr val="CCCCC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Suitable for project plans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9175044" cy="3116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b="1">
                  <a:solidFill>
                    <a:srgbClr val="E0E0E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Process Visualization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934200"/>
            <a:ext cx="5448300" cy="829283"/>
            <a:chOff x="0" y="0"/>
            <a:chExt cx="7264400" cy="1105711"/>
          </a:xfrm>
        </p:grpSpPr>
        <p:sp>
          <p:nvSpPr>
            <p:cNvPr id="3" name="TextBox 3"/>
            <p:cNvSpPr txBox="1"/>
            <p:nvPr/>
          </p:nvSpPr>
          <p:spPr>
            <a:xfrm>
              <a:off x="0" y="606601"/>
              <a:ext cx="7264400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19"/>
                </a:lnSpc>
              </a:pPr>
              <a:r>
                <a:rPr lang="en-US" sz="2399">
                  <a:solidFill>
                    <a:srgbClr val="CCCCC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123-456-7890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7264400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</a:pPr>
              <a:r>
                <a:rPr lang="en-US" sz="2400" b="1">
                  <a:solidFill>
                    <a:srgbClr val="E0E0E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Phone Number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53244" y="5143500"/>
            <a:ext cx="5429731" cy="829283"/>
            <a:chOff x="0" y="0"/>
            <a:chExt cx="7239641" cy="1105711"/>
          </a:xfrm>
        </p:grpSpPr>
        <p:sp>
          <p:nvSpPr>
            <p:cNvPr id="6" name="TextBox 6"/>
            <p:cNvSpPr txBox="1"/>
            <p:nvPr/>
          </p:nvSpPr>
          <p:spPr>
            <a:xfrm>
              <a:off x="0" y="606601"/>
              <a:ext cx="7239641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19"/>
                </a:lnSpc>
              </a:pPr>
              <a:r>
                <a:rPr lang="en-US" sz="2399">
                  <a:solidFill>
                    <a:srgbClr val="CCCCC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hello@reallygreatsite.com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7239641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E0E0E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Email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753244" y="8725508"/>
            <a:ext cx="5429731" cy="829283"/>
            <a:chOff x="0" y="0"/>
            <a:chExt cx="7239641" cy="1105711"/>
          </a:xfrm>
        </p:grpSpPr>
        <p:sp>
          <p:nvSpPr>
            <p:cNvPr id="9" name="TextBox 9"/>
            <p:cNvSpPr txBox="1"/>
            <p:nvPr/>
          </p:nvSpPr>
          <p:spPr>
            <a:xfrm>
              <a:off x="0" y="606601"/>
              <a:ext cx="7239641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19"/>
                </a:lnSpc>
              </a:pPr>
              <a:r>
                <a:rPr lang="en-US" sz="2399">
                  <a:solidFill>
                    <a:srgbClr val="CCCCC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reallygreatsite.com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7239641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E0E0E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Website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-12700"/>
            <a:ext cx="9144000" cy="10299700"/>
            <a:chOff x="0" y="0"/>
            <a:chExt cx="786406" cy="88579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86406" cy="885799"/>
            </a:xfrm>
            <a:custGeom>
              <a:avLst/>
              <a:gdLst/>
              <a:ahLst/>
              <a:cxnLst/>
              <a:rect l="l" t="t" r="r" b="b"/>
              <a:pathLst>
                <a:path w="786406" h="885799">
                  <a:moveTo>
                    <a:pt x="0" y="0"/>
                  </a:moveTo>
                  <a:lnTo>
                    <a:pt x="786406" y="0"/>
                  </a:lnTo>
                  <a:lnTo>
                    <a:pt x="786406" y="885799"/>
                  </a:lnTo>
                  <a:lnTo>
                    <a:pt x="0" y="885799"/>
                  </a:lnTo>
                  <a:close/>
                </a:path>
              </a:pathLst>
            </a:custGeom>
            <a:blipFill>
              <a:blip r:embed="rId2"/>
              <a:stretch>
                <a:fillRect t="-157" b="-157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0734675" y="666750"/>
            <a:ext cx="6886575" cy="2396802"/>
            <a:chOff x="0" y="0"/>
            <a:chExt cx="9182100" cy="3195736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9525"/>
              <a:ext cx="9182100" cy="1630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b="1">
                  <a:solidFill>
                    <a:srgbClr val="E0E0E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Thank You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887636"/>
              <a:ext cx="9182100" cy="1308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E0E0E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We appreciate your attention and engagement in this presentation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1785" y="8189492"/>
            <a:ext cx="2861515" cy="1430758"/>
            <a:chOff x="0" y="0"/>
            <a:chExt cx="3815353" cy="1907677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1907677" cy="1907677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A1A1A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9525"/>
                <a:ext cx="812800" cy="803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79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907677" y="0"/>
              <a:ext cx="1907677" cy="1907677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A1A1A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7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Microsoft Office PowerPoint</Application>
  <PresentationFormat>Custom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Calibri</vt:lpstr>
      <vt:lpstr>Proxima Nova Bold</vt:lpstr>
      <vt:lpstr>Poppins Bold</vt:lpstr>
      <vt:lpstr>Arial</vt:lpstr>
      <vt:lpstr>Proxima Nova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Modular PowerPoint Template Design</dc:title>
  <dc:creator>PADMANAVA</dc:creator>
  <dc:description>Presentation - Modular PowerPoint Template Design</dc:description>
  <cp:lastModifiedBy>mojumderpadmanava@gmail.com</cp:lastModifiedBy>
  <cp:revision>1</cp:revision>
  <dcterms:created xsi:type="dcterms:W3CDTF">2006-08-16T00:00:00Z</dcterms:created>
  <dcterms:modified xsi:type="dcterms:W3CDTF">2025-10-18T06:12:28Z</dcterms:modified>
  <dc:identifier>DAG14CsPEN8</dc:identifier>
</cp:coreProperties>
</file>